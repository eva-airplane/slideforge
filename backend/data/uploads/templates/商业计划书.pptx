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0" r:id="rId3"/>
    <p:sldId id="258" r:id="rId4"/>
    <p:sldId id="261" r:id="rId5"/>
    <p:sldId id="269" r:id="rId6"/>
    <p:sldId id="270" r:id="rId7"/>
    <p:sldId id="263" r:id="rId8"/>
    <p:sldId id="271" r:id="rId9"/>
    <p:sldId id="264" r:id="rId10"/>
    <p:sldId id="275" r:id="rId11"/>
    <p:sldId id="276" r:id="rId12"/>
    <p:sldId id="286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13A"/>
    <a:srgbClr val="BFBFBF"/>
    <a:srgbClr val="F9F9F9"/>
    <a:srgbClr val="FAFAFA"/>
    <a:srgbClr val="F6F6F6"/>
    <a:srgbClr val="246961"/>
    <a:srgbClr val="193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56" autoAdjust="0"/>
    <p:restoredTop sz="93757" autoAdjust="0"/>
  </p:normalViewPr>
  <p:slideViewPr>
    <p:cSldViewPr snapToGrid="0" showGuides="1">
      <p:cViewPr varScale="1">
        <p:scale>
          <a:sx n="162" d="100"/>
          <a:sy n="162" d="100"/>
        </p:scale>
        <p:origin x="180" y="162"/>
      </p:cViewPr>
      <p:guideLst>
        <p:guide pos="416"/>
        <p:guide pos="7256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B4509-C966-43C3-A7D6-FAE8EA49577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DA3A0-0DA4-42EE-9E21-0F001B6D0A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27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DA3A0-0DA4-42EE-9E21-0F001B6D0AE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89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F28F9-31AC-DD93-D409-09EB2587C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3223F9-CA95-4BD0-08E5-EA3A97823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E025FB-1A0E-3C9F-2B63-4B8E0EA3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51D63-1800-BAC2-D71E-1630095C9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5ED742-2468-5E46-C04C-34A2AE97A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098655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F803B-C252-0574-2206-8687C0CA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AC8B50-8B57-2675-9A45-0984C6A1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D8085F-46A7-24A5-42D0-CA39B3BD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16042-90A7-4DA4-5CDF-39038BE2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F36BE7-8F6D-896A-E6B2-8E9372C5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093113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73B92-F480-63CF-24BD-219658024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D76F13-5AB7-C2BD-A769-61EF3544A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92A9B-F348-DB44-2A6B-AAD07A84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226C74-F33A-3514-6A5D-1EC9D709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19A8E6-A55E-D631-B575-9AEDEFC4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795029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80489-70C2-1716-5BAE-4DFEC59B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B900AB-3903-7DE4-884F-F53FC8303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F90EF9-AB9A-4125-ABCE-9AF7D8666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652C88-D226-0D78-02DA-0E0F695E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28CAB9-C84F-6D68-CD5C-28805F96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7CC81A-F0CD-F084-0272-2154615F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67389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EECAF-6109-BF13-C699-32978B36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3324F1-FD56-6F02-8706-B16FFBAFB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192B18-E873-1947-7F53-4F663A0C1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313B11-79A8-41FF-7AD1-710C087D3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94B2A1-7FF9-4B8A-256C-63BCD7B24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897F15-915E-EB5B-264D-8037D751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092DAD-FC9E-527B-94CF-7DEF6C31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C0B852-CE72-1CEF-3C06-6C3DB953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786217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767ED-AB15-EEF4-59DC-3865445F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ACE5F0B-32B3-5DCF-4040-4CAB0905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692B26-6AF0-BA0A-80BD-77B320DF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9039E3-3C90-55DE-F750-56F8768A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123560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18796E-4356-A19E-42E6-3D801339C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4A8F51-4ABD-5082-0A23-AB55123C7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392BF-1E38-A13A-89C0-66614DED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942209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3753A-FBF0-8A19-954D-604B9D91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485AFD-C4B5-5751-527D-C474255FE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0020EA-C6A3-AF62-AFE5-14A830FAE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06516A-31B5-4045-CE3D-C78CCF20A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C1FFB0-1FA9-CCCD-DB2F-565CC61D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747326-93FB-F3F6-19DE-E397A930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090470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E590E-EF28-668C-BC6B-5D3F41D32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4AF0D7-753B-E6F7-547A-7337CDAF40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F618FA-C92C-43CB-9E82-7497B57DE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A5CB18-27D8-ABAF-A381-6FC5002B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AC6A34-010A-6B35-ADA8-9A522C93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CC2A8F-0C11-4A6D-AFAB-0D14D679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567019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0E1EA-8A49-EF06-39D2-B9BF14DE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23426C-EDEA-D71A-78CD-89A22589C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63903F-7FFF-BE9C-63DF-79403CBDE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3CC51A-594C-7D02-85E5-1A946858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EDDF24-5D56-98B7-C371-6D4BF32E7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425046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74E6D2-55D7-9EE0-021A-9AAD389BF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69FE5-F0CE-3BC5-D75A-CB4704041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430D6A-60CB-1278-CB41-250AA517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761677-7CBD-8536-DEB3-58C69F83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C1B34F-B504-D375-0BC8-2B5447B0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548976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74E6D2-55D7-9EE0-021A-9AAD389BF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69FE5-F0CE-3BC5-D75A-CB4704041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430D6A-60CB-1278-CB41-250AA517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761677-7CBD-8536-DEB3-58C69F83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C1B34F-B504-D375-0BC8-2B5447B0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4995971"/>
      </p:ext>
    </p:extLst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2026/4/22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690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2026/4/22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494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253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BC831D-5F94-837D-514F-1B6C3AEF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9DC880-6461-050E-ABE5-38F8A2D1D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E1A478-6861-E0F3-546C-FC70DB654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66477-76C3-469B-B531-472ED829CAC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60EA32-0BC3-C8FE-1A0B-629A8480B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3EA4C1-14C9-90C5-E095-029D3D2F1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B7C20-83DD-4B8D-B0D8-14320D311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58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ransition spd="slow"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44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2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085D5DF-388D-CE2B-05C7-5809D079F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7DF963-B5DB-8260-A2F3-20F68A457E3D}"/>
              </a:ext>
            </a:extLst>
          </p:cNvPr>
          <p:cNvSpPr txBox="1"/>
          <p:nvPr/>
        </p:nvSpPr>
        <p:spPr>
          <a:xfrm>
            <a:off x="721859" y="2367983"/>
            <a:ext cx="67249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商业计划书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FBC99D-EC69-4A98-6515-E47CEA0503FE}"/>
              </a:ext>
            </a:extLst>
          </p:cNvPr>
          <p:cNvSpPr txBox="1"/>
          <p:nvPr/>
        </p:nvSpPr>
        <p:spPr>
          <a:xfrm>
            <a:off x="749995" y="1901568"/>
            <a:ext cx="2882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pc="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BUSINESS PLAN</a:t>
            </a:r>
            <a:endParaRPr lang="zh-CN" altLang="en-US" spc="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15CE95C-EC28-EAE8-27A0-3611991C0D23}"/>
              </a:ext>
            </a:extLst>
          </p:cNvPr>
          <p:cNvGrpSpPr/>
          <p:nvPr/>
        </p:nvGrpSpPr>
        <p:grpSpPr>
          <a:xfrm>
            <a:off x="834402" y="4771645"/>
            <a:ext cx="1710267" cy="352925"/>
            <a:chOff x="5240867" y="4839059"/>
            <a:chExt cx="1710266" cy="352925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F871570-D0D6-5563-4111-2FAB1BE10A8F}"/>
                </a:ext>
              </a:extLst>
            </p:cNvPr>
            <p:cNvSpPr/>
            <p:nvPr/>
          </p:nvSpPr>
          <p:spPr>
            <a:xfrm>
              <a:off x="5240867" y="4839059"/>
              <a:ext cx="1710266" cy="35292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9151F21-6A44-F00A-29C8-37C006645C56}"/>
                </a:ext>
              </a:extLst>
            </p:cNvPr>
            <p:cNvSpPr txBox="1"/>
            <p:nvPr/>
          </p:nvSpPr>
          <p:spPr>
            <a:xfrm>
              <a:off x="5585284" y="4846244"/>
              <a:ext cx="10214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spc="600" dirty="0">
                  <a:solidFill>
                    <a:schemeClr val="bg1">
                      <a:lumMod val="50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演讲人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7A1FF0EC-9853-45C9-4463-53CE6A91FCBB}"/>
              </a:ext>
            </a:extLst>
          </p:cNvPr>
          <p:cNvSpPr txBox="1"/>
          <p:nvPr/>
        </p:nvSpPr>
        <p:spPr>
          <a:xfrm>
            <a:off x="764063" y="3846263"/>
            <a:ext cx="52765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Lorem ipsum dolor sit amet, consectetuer adipiscing elit. Maecenas porttitor congue massa. Fusce posuere, magna sed pulvinar </a:t>
            </a:r>
            <a:r>
              <a:rPr lang="en-US" altLang="zh-CN" sz="10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ultricies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850958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59000">
              <a:srgbClr val="F9F9F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085D5DF-388D-CE2B-05C7-5809D079F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F8EB502-040A-44B0-ADC2-91C5308B2678}"/>
              </a:ext>
            </a:extLst>
          </p:cNvPr>
          <p:cNvSpPr txBox="1"/>
          <p:nvPr/>
        </p:nvSpPr>
        <p:spPr>
          <a:xfrm>
            <a:off x="660400" y="869040"/>
            <a:ext cx="109500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dirty="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  <a:cs typeface="+mn-ea"/>
                <a:sym typeface="+mn-lt"/>
              </a:rPr>
              <a:t>ISLIDE POWERPOINT</a:t>
            </a:r>
            <a:endParaRPr lang="en-GB" sz="900" dirty="0">
              <a:solidFill>
                <a:schemeClr val="tx1">
                  <a:lumMod val="50000"/>
                  <a:lumOff val="50000"/>
                  <a:alpha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710C5D0-D8E8-4AED-8708-D274E8ABEE95}"/>
              </a:ext>
            </a:extLst>
          </p:cNvPr>
          <p:cNvSpPr txBox="1"/>
          <p:nvPr/>
        </p:nvSpPr>
        <p:spPr>
          <a:xfrm rot="5400000">
            <a:off x="9617527" y="3413248"/>
            <a:ext cx="33778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rgbClr val="C9A13A"/>
                </a:solidFill>
                <a:cs typeface="+mn-ea"/>
                <a:sym typeface="+mn-lt"/>
              </a:rPr>
              <a:t>CATALOGUE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AB1575D-D235-47B1-8751-D869642E9C47}"/>
              </a:ext>
            </a:extLst>
          </p:cNvPr>
          <p:cNvGrpSpPr/>
          <p:nvPr/>
        </p:nvGrpSpPr>
        <p:grpSpPr>
          <a:xfrm>
            <a:off x="6114570" y="1615387"/>
            <a:ext cx="4840731" cy="763257"/>
            <a:chOff x="2496470" y="1808487"/>
            <a:chExt cx="4840730" cy="763257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98B0458-EA5D-4F4F-8392-2C7D72C59588}"/>
                </a:ext>
              </a:extLst>
            </p:cNvPr>
            <p:cNvSpPr txBox="1"/>
            <p:nvPr/>
          </p:nvSpPr>
          <p:spPr>
            <a:xfrm>
              <a:off x="2496470" y="1808487"/>
              <a:ext cx="5934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800" b="1" dirty="0">
                  <a:solidFill>
                    <a:srgbClr val="C9A13A"/>
                  </a:solidFill>
                  <a:cs typeface="+mn-ea"/>
                  <a:sym typeface="+mn-lt"/>
                </a:rPr>
                <a:t>1. 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AFCBAD5-50E9-4E90-9EB6-656E25EBA66B}"/>
                </a:ext>
              </a:extLst>
            </p:cNvPr>
            <p:cNvSpPr txBox="1"/>
            <p:nvPr/>
          </p:nvSpPr>
          <p:spPr>
            <a:xfrm>
              <a:off x="3032817" y="2325523"/>
              <a:ext cx="43043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1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Copy paste  fonts. Choose the only option to retain text.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662BA2D-98C3-437D-948F-0A248345C29B}"/>
                </a:ext>
              </a:extLst>
            </p:cNvPr>
            <p:cNvSpPr txBox="1"/>
            <p:nvPr/>
          </p:nvSpPr>
          <p:spPr>
            <a:xfrm>
              <a:off x="3032818" y="1808487"/>
              <a:ext cx="4304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cs typeface="+mn-ea"/>
                  <a:sym typeface="+mn-lt"/>
                </a:rPr>
                <a:t>公司团队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14E4062-C001-4E9F-B4F8-4CFC0905A44F}"/>
              </a:ext>
            </a:extLst>
          </p:cNvPr>
          <p:cNvGrpSpPr/>
          <p:nvPr/>
        </p:nvGrpSpPr>
        <p:grpSpPr>
          <a:xfrm>
            <a:off x="6114570" y="2553955"/>
            <a:ext cx="4840731" cy="763257"/>
            <a:chOff x="2496470" y="2967119"/>
            <a:chExt cx="4840730" cy="763257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D5B92EF-C45E-4C31-8EC7-424810847091}"/>
                </a:ext>
              </a:extLst>
            </p:cNvPr>
            <p:cNvSpPr txBox="1"/>
            <p:nvPr/>
          </p:nvSpPr>
          <p:spPr>
            <a:xfrm>
              <a:off x="2496470" y="2967119"/>
              <a:ext cx="5934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800" b="1" dirty="0">
                  <a:solidFill>
                    <a:srgbClr val="C9A13A"/>
                  </a:solidFill>
                  <a:cs typeface="+mn-ea"/>
                  <a:sym typeface="+mn-lt"/>
                </a:rPr>
                <a:t>2. 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9C978E6-E940-4C79-9C12-6102908EC294}"/>
                </a:ext>
              </a:extLst>
            </p:cNvPr>
            <p:cNvSpPr txBox="1"/>
            <p:nvPr/>
          </p:nvSpPr>
          <p:spPr>
            <a:xfrm>
              <a:off x="3032817" y="3484155"/>
              <a:ext cx="43043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1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Copy paste  fonts. Choose the only option to retain text.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E354BB4-D865-4F43-A0D2-22585B6AFB76}"/>
                </a:ext>
              </a:extLst>
            </p:cNvPr>
            <p:cNvSpPr txBox="1"/>
            <p:nvPr/>
          </p:nvSpPr>
          <p:spPr>
            <a:xfrm>
              <a:off x="3032818" y="2967119"/>
              <a:ext cx="4304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cs typeface="+mn-ea"/>
                  <a:sym typeface="+mn-lt"/>
                </a:rPr>
                <a:t>市场分析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7564D09-6083-47C0-A061-7BCDB45611FF}"/>
              </a:ext>
            </a:extLst>
          </p:cNvPr>
          <p:cNvGrpSpPr/>
          <p:nvPr/>
        </p:nvGrpSpPr>
        <p:grpSpPr>
          <a:xfrm>
            <a:off x="6114570" y="3492521"/>
            <a:ext cx="4840731" cy="763257"/>
            <a:chOff x="2496470" y="4125751"/>
            <a:chExt cx="4840730" cy="763257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130442F-59F6-4105-A868-A701F499C60B}"/>
                </a:ext>
              </a:extLst>
            </p:cNvPr>
            <p:cNvSpPr txBox="1"/>
            <p:nvPr/>
          </p:nvSpPr>
          <p:spPr>
            <a:xfrm>
              <a:off x="2496470" y="4125751"/>
              <a:ext cx="5934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800" b="1" dirty="0">
                  <a:solidFill>
                    <a:srgbClr val="C9A13A"/>
                  </a:solidFill>
                  <a:cs typeface="+mn-ea"/>
                  <a:sym typeface="+mn-lt"/>
                </a:rPr>
                <a:t>3. 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1523120-C203-4043-91F2-7E090BC63C2A}"/>
                </a:ext>
              </a:extLst>
            </p:cNvPr>
            <p:cNvSpPr txBox="1"/>
            <p:nvPr/>
          </p:nvSpPr>
          <p:spPr>
            <a:xfrm>
              <a:off x="3032817" y="4642787"/>
              <a:ext cx="43043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1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Copy paste  fonts. Choose the only option to retain text.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1D08440-0E96-44AE-96C2-A7AD4FFD4597}"/>
                </a:ext>
              </a:extLst>
            </p:cNvPr>
            <p:cNvSpPr txBox="1"/>
            <p:nvPr/>
          </p:nvSpPr>
          <p:spPr>
            <a:xfrm>
              <a:off x="3032818" y="4125751"/>
              <a:ext cx="4304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cs typeface="+mn-ea"/>
                  <a:sym typeface="+mn-lt"/>
                </a:rPr>
                <a:t>产品运营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1C4DAC7-5C79-46D6-9841-997A1FF8046C}"/>
              </a:ext>
            </a:extLst>
          </p:cNvPr>
          <p:cNvGrpSpPr/>
          <p:nvPr/>
        </p:nvGrpSpPr>
        <p:grpSpPr>
          <a:xfrm>
            <a:off x="6114570" y="4431089"/>
            <a:ext cx="4840731" cy="763257"/>
            <a:chOff x="2496470" y="5284383"/>
            <a:chExt cx="4840730" cy="763257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09A9384-0CF7-4BBF-993D-84F279A55446}"/>
                </a:ext>
              </a:extLst>
            </p:cNvPr>
            <p:cNvSpPr txBox="1"/>
            <p:nvPr/>
          </p:nvSpPr>
          <p:spPr>
            <a:xfrm>
              <a:off x="2496470" y="5284383"/>
              <a:ext cx="5934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800" b="1" dirty="0">
                  <a:solidFill>
                    <a:srgbClr val="C9A13A"/>
                  </a:solidFill>
                  <a:cs typeface="+mn-ea"/>
                  <a:sym typeface="+mn-lt"/>
                </a:rPr>
                <a:t>4. 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9DB4F71B-99E7-4D36-BAB9-B37DB38C919A}"/>
                </a:ext>
              </a:extLst>
            </p:cNvPr>
            <p:cNvSpPr txBox="1"/>
            <p:nvPr/>
          </p:nvSpPr>
          <p:spPr>
            <a:xfrm>
              <a:off x="3032817" y="5801419"/>
              <a:ext cx="43043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1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Copy paste  fonts. Choose the only option to retain text.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BFDFC4D-B033-43B8-BA29-1D07B7C15BA1}"/>
                </a:ext>
              </a:extLst>
            </p:cNvPr>
            <p:cNvSpPr txBox="1"/>
            <p:nvPr/>
          </p:nvSpPr>
          <p:spPr>
            <a:xfrm>
              <a:off x="3032818" y="5284383"/>
              <a:ext cx="4304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cs typeface="+mn-ea"/>
                  <a:sym typeface="+mn-lt"/>
                </a:rPr>
                <a:t>发展计划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83232B8-7BE5-40B1-8872-2943F9AEEFF4}"/>
              </a:ext>
            </a:extLst>
          </p:cNvPr>
          <p:cNvGrpSpPr/>
          <p:nvPr/>
        </p:nvGrpSpPr>
        <p:grpSpPr>
          <a:xfrm>
            <a:off x="6114570" y="5369656"/>
            <a:ext cx="4840731" cy="763257"/>
            <a:chOff x="2496470" y="5284383"/>
            <a:chExt cx="4840730" cy="763257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E750210-F0F6-4652-BEE0-7967ED2FBAC0}"/>
                </a:ext>
              </a:extLst>
            </p:cNvPr>
            <p:cNvSpPr txBox="1"/>
            <p:nvPr/>
          </p:nvSpPr>
          <p:spPr>
            <a:xfrm>
              <a:off x="2496470" y="5284383"/>
              <a:ext cx="5934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800" b="1" dirty="0">
                  <a:solidFill>
                    <a:srgbClr val="C9A13A"/>
                  </a:solidFill>
                  <a:cs typeface="+mn-ea"/>
                  <a:sym typeface="+mn-lt"/>
                </a:rPr>
                <a:t>5. 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E1621A0-C783-4435-BD5D-A84DA4A8DA05}"/>
                </a:ext>
              </a:extLst>
            </p:cNvPr>
            <p:cNvSpPr txBox="1"/>
            <p:nvPr/>
          </p:nvSpPr>
          <p:spPr>
            <a:xfrm>
              <a:off x="3032817" y="5801419"/>
              <a:ext cx="430438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sz="1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Copy paste  fonts. Choose the only option to retain text.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4061BC3-6B7F-4D81-B9FC-8CF8CA102248}"/>
                </a:ext>
              </a:extLst>
            </p:cNvPr>
            <p:cNvSpPr txBox="1"/>
            <p:nvPr/>
          </p:nvSpPr>
          <p:spPr>
            <a:xfrm>
              <a:off x="3032818" y="5284383"/>
              <a:ext cx="4304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itchFamily="18" charset="-122"/>
                  <a:ea typeface="思源宋体 CN Heavy" pitchFamily="18" charset="-122"/>
                  <a:cs typeface="+mn-ea"/>
                  <a:sym typeface="+mn-lt"/>
                </a:rPr>
                <a:t>资本运转</a:t>
              </a:r>
            </a:p>
          </p:txBody>
        </p:sp>
      </p:grpSp>
      <p:sp>
        <p:nvSpPr>
          <p:cNvPr id="41" name="TextBox 3">
            <a:extLst>
              <a:ext uri="{FF2B5EF4-FFF2-40B4-BE49-F238E27FC236}">
                <a16:creationId xmlns:a16="http://schemas.microsoft.com/office/drawing/2014/main" id="{0E1C5434-DA25-B420-5682-E39DEFD708B8}"/>
              </a:ext>
            </a:extLst>
          </p:cNvPr>
          <p:cNvSpPr txBox="1"/>
          <p:nvPr/>
        </p:nvSpPr>
        <p:spPr>
          <a:xfrm>
            <a:off x="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73651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085D5DF-388D-CE2B-05C7-5809D079F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7DF963-B5DB-8260-A2F3-20F68A457E3D}"/>
              </a:ext>
            </a:extLst>
          </p:cNvPr>
          <p:cNvSpPr txBox="1"/>
          <p:nvPr/>
        </p:nvSpPr>
        <p:spPr>
          <a:xfrm>
            <a:off x="1786252" y="2937476"/>
            <a:ext cx="45961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公司团队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F871570-D0D6-5563-4111-2FAB1BE10A8F}"/>
              </a:ext>
            </a:extLst>
          </p:cNvPr>
          <p:cNvSpPr/>
          <p:nvPr/>
        </p:nvSpPr>
        <p:spPr>
          <a:xfrm>
            <a:off x="3229185" y="2357826"/>
            <a:ext cx="1449141" cy="3529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151F21-6A44-F00A-29C8-37C006645C56}"/>
              </a:ext>
            </a:extLst>
          </p:cNvPr>
          <p:cNvSpPr txBox="1"/>
          <p:nvPr/>
        </p:nvSpPr>
        <p:spPr>
          <a:xfrm>
            <a:off x="3469488" y="2365009"/>
            <a:ext cx="9685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PART 01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1FF0EC-9853-45C9-4463-53CE6A91FCBB}"/>
              </a:ext>
            </a:extLst>
          </p:cNvPr>
          <p:cNvSpPr txBox="1"/>
          <p:nvPr/>
        </p:nvSpPr>
        <p:spPr>
          <a:xfrm>
            <a:off x="1446049" y="4367629"/>
            <a:ext cx="52765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Lorem ipsum dolor sit amet, consectetuer adipiscing elit. Maecenas porttitor congue massa. Fusce posuere, magna sed pulvinar </a:t>
            </a:r>
            <a:r>
              <a:rPr lang="en-US" altLang="zh-CN" sz="10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ultricies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388181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0" y="-48126"/>
            <a:ext cx="12249391" cy="6906126"/>
            <a:chOff x="0" y="-48126"/>
            <a:chExt cx="12249390" cy="6906126"/>
          </a:xfrm>
          <a:solidFill>
            <a:srgbClr val="C9A13A"/>
          </a:solidFill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085D5DF-388D-CE2B-05C7-5809D079F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48126"/>
              <a:ext cx="6124695" cy="6906126"/>
            </a:xfrm>
            <a:prstGeom prst="rect">
              <a:avLst/>
            </a:prstGeom>
            <a:grpFill/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085D5DF-388D-CE2B-05C7-5809D079F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6124695" y="-48126"/>
              <a:ext cx="6124695" cy="6906126"/>
            </a:xfrm>
            <a:prstGeom prst="rect">
              <a:avLst/>
            </a:prstGeom>
            <a:grpFill/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662BA2D-98C3-437D-948F-0A248345C29B}"/>
              </a:ext>
            </a:extLst>
          </p:cNvPr>
          <p:cNvSpPr txBox="1"/>
          <p:nvPr/>
        </p:nvSpPr>
        <p:spPr>
          <a:xfrm>
            <a:off x="3943810" y="584739"/>
            <a:ext cx="4304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  <a:cs typeface="+mn-ea"/>
                <a:sym typeface="+mn-lt"/>
              </a:rPr>
              <a:t>团队优势</a:t>
            </a:r>
          </a:p>
        </p:txBody>
      </p:sp>
      <p:sp>
        <p:nvSpPr>
          <p:cNvPr id="20" name="矩形: 圆角 9">
            <a:extLst>
              <a:ext uri="{FF2B5EF4-FFF2-40B4-BE49-F238E27FC236}">
                <a16:creationId xmlns:a16="http://schemas.microsoft.com/office/drawing/2014/main" id="{AF871570-D0D6-5563-4111-2FAB1BE10A8F}"/>
              </a:ext>
            </a:extLst>
          </p:cNvPr>
          <p:cNvSpPr/>
          <p:nvPr/>
        </p:nvSpPr>
        <p:spPr>
          <a:xfrm>
            <a:off x="5026652" y="599395"/>
            <a:ext cx="2138696" cy="405052"/>
          </a:xfrm>
          <a:prstGeom prst="roundRect">
            <a:avLst>
              <a:gd name="adj" fmla="val 50000"/>
            </a:avLst>
          </a:prstGeom>
          <a:noFill/>
          <a:ln>
            <a:solidFill>
              <a:srgbClr val="C9A1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831349" y="1896579"/>
            <a:ext cx="828000" cy="828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8914399" y="1914145"/>
            <a:ext cx="828000" cy="828000"/>
          </a:xfrm>
          <a:prstGeom prst="ellipse">
            <a:avLst/>
          </a:prstGeom>
          <a:solidFill>
            <a:srgbClr val="C9A13A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997447" y="1931711"/>
            <a:ext cx="828000" cy="828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748300" y="1879013"/>
            <a:ext cx="828000" cy="828000"/>
          </a:xfrm>
          <a:prstGeom prst="ellipse">
            <a:avLst/>
          </a:prstGeom>
          <a:solidFill>
            <a:srgbClr val="C9A13A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TextBox 37"/>
          <p:cNvSpPr txBox="1"/>
          <p:nvPr/>
        </p:nvSpPr>
        <p:spPr>
          <a:xfrm>
            <a:off x="6767001" y="2062183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专业</a:t>
            </a:r>
          </a:p>
        </p:txBody>
      </p:sp>
      <p:sp>
        <p:nvSpPr>
          <p:cNvPr id="15" name="TextBox 42"/>
          <p:cNvSpPr txBox="1"/>
          <p:nvPr/>
        </p:nvSpPr>
        <p:spPr>
          <a:xfrm>
            <a:off x="7850050" y="2079749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cs typeface="+mn-ea"/>
                <a:sym typeface="+mn-lt"/>
              </a:rPr>
              <a:t>年轻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TextBox 44"/>
          <p:cNvSpPr txBox="1"/>
          <p:nvPr/>
        </p:nvSpPr>
        <p:spPr>
          <a:xfrm>
            <a:off x="8933100" y="2097315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cs typeface="+mn-ea"/>
                <a:sym typeface="+mn-lt"/>
              </a:rPr>
              <a:t>创新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TextBox 48"/>
          <p:cNvSpPr txBox="1"/>
          <p:nvPr/>
        </p:nvSpPr>
        <p:spPr>
          <a:xfrm>
            <a:off x="10016149" y="2114881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cs typeface="+mn-ea"/>
                <a:sym typeface="+mn-lt"/>
              </a:rPr>
              <a:t>团结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729251" y="3068111"/>
            <a:ext cx="4248472" cy="2657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ïśľidê">
            <a:extLst>
              <a:ext uri="{FF2B5EF4-FFF2-40B4-BE49-F238E27FC236}">
                <a16:creationId xmlns:a16="http://schemas.microsoft.com/office/drawing/2014/main" id="{69F7C867-EE46-4AB7-8F23-FBF6ED1B5712}"/>
              </a:ext>
            </a:extLst>
          </p:cNvPr>
          <p:cNvGrpSpPr/>
          <p:nvPr/>
        </p:nvGrpSpPr>
        <p:grpSpPr>
          <a:xfrm>
            <a:off x="1221571" y="2156851"/>
            <a:ext cx="3913732" cy="1011421"/>
            <a:chOff x="660400" y="1312953"/>
            <a:chExt cx="3913732" cy="1011421"/>
          </a:xfrm>
        </p:grpSpPr>
        <p:grpSp>
          <p:nvGrpSpPr>
            <p:cNvPr id="27" name="ïşļîḓé">
              <a:extLst>
                <a:ext uri="{FF2B5EF4-FFF2-40B4-BE49-F238E27FC236}">
                  <a16:creationId xmlns:a16="http://schemas.microsoft.com/office/drawing/2014/main" id="{70DAED5B-69D7-4A4E-B37C-562A97258EE8}"/>
                </a:ext>
              </a:extLst>
            </p:cNvPr>
            <p:cNvGrpSpPr/>
            <p:nvPr/>
          </p:nvGrpSpPr>
          <p:grpSpPr>
            <a:xfrm>
              <a:off x="1236102" y="1312953"/>
              <a:ext cx="3338030" cy="1011421"/>
              <a:chOff x="1016527" y="2180014"/>
              <a:chExt cx="2434885" cy="1011421"/>
            </a:xfrm>
          </p:grpSpPr>
          <p:sp>
            <p:nvSpPr>
              <p:cNvPr id="29" name="íSḻîḋe">
                <a:extLst>
                  <a:ext uri="{FF2B5EF4-FFF2-40B4-BE49-F238E27FC236}">
                    <a16:creationId xmlns:a16="http://schemas.microsoft.com/office/drawing/2014/main" id="{4E9A126B-220C-4D25-BF8F-206546389E42}"/>
                  </a:ext>
                </a:extLst>
              </p:cNvPr>
              <p:cNvSpPr/>
              <p:nvPr/>
            </p:nvSpPr>
            <p:spPr bwMode="auto">
              <a:xfrm>
                <a:off x="1016527" y="2570062"/>
                <a:ext cx="2434885" cy="6213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点此输入内容或者复制您的内容在这里，通过复制您的文本后点此输入内容；</a:t>
                </a:r>
                <a:endParaRPr lang="zh-CN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îšḻîḑe">
                <a:extLst>
                  <a:ext uri="{FF2B5EF4-FFF2-40B4-BE49-F238E27FC236}">
                    <a16:creationId xmlns:a16="http://schemas.microsoft.com/office/drawing/2014/main" id="{3B38DF14-A661-4985-8EB6-C154FB94541B}"/>
                  </a:ext>
                </a:extLst>
              </p:cNvPr>
              <p:cNvSpPr txBox="1"/>
              <p:nvPr/>
            </p:nvSpPr>
            <p:spPr bwMode="auto">
              <a:xfrm>
                <a:off x="1016527" y="2180014"/>
                <a:ext cx="2434885" cy="390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输入标题</a:t>
                </a:r>
              </a:p>
            </p:txBody>
          </p:sp>
        </p:grpSp>
        <p:sp>
          <p:nvSpPr>
            <p:cNvPr id="28" name="iṩļïde">
              <a:extLst>
                <a:ext uri="{FF2B5EF4-FFF2-40B4-BE49-F238E27FC236}">
                  <a16:creationId xmlns:a16="http://schemas.microsoft.com/office/drawing/2014/main" id="{4DF8ADC2-84EA-4B36-A2C9-49631861A87E}"/>
                </a:ext>
              </a:extLst>
            </p:cNvPr>
            <p:cNvSpPr/>
            <p:nvPr/>
          </p:nvSpPr>
          <p:spPr>
            <a:xfrm>
              <a:off x="660400" y="1568026"/>
              <a:ext cx="436071" cy="501275"/>
            </a:xfrm>
            <a:custGeom>
              <a:avLst/>
              <a:gdLst>
                <a:gd name="T0" fmla="*/ 364 w 371"/>
                <a:gd name="T1" fmla="*/ 14 h 427"/>
                <a:gd name="T2" fmla="*/ 362 w 371"/>
                <a:gd name="T3" fmla="*/ 0 h 427"/>
                <a:gd name="T4" fmla="*/ 349 w 371"/>
                <a:gd name="T5" fmla="*/ 3 h 427"/>
                <a:gd name="T6" fmla="*/ 274 w 371"/>
                <a:gd name="T7" fmla="*/ 21 h 427"/>
                <a:gd name="T8" fmla="*/ 265 w 371"/>
                <a:gd name="T9" fmla="*/ 23 h 427"/>
                <a:gd name="T10" fmla="*/ 265 w 371"/>
                <a:gd name="T11" fmla="*/ 38 h 427"/>
                <a:gd name="T12" fmla="*/ 106 w 371"/>
                <a:gd name="T13" fmla="*/ 38 h 427"/>
                <a:gd name="T14" fmla="*/ 106 w 371"/>
                <a:gd name="T15" fmla="*/ 25 h 427"/>
                <a:gd name="T16" fmla="*/ 96 w 371"/>
                <a:gd name="T17" fmla="*/ 22 h 427"/>
                <a:gd name="T18" fmla="*/ 22 w 371"/>
                <a:gd name="T19" fmla="*/ 4 h 427"/>
                <a:gd name="T20" fmla="*/ 8 w 371"/>
                <a:gd name="T21" fmla="*/ 1 h 427"/>
                <a:gd name="T22" fmla="*/ 7 w 371"/>
                <a:gd name="T23" fmla="*/ 15 h 427"/>
                <a:gd name="T24" fmla="*/ 39 w 371"/>
                <a:gd name="T25" fmla="*/ 154 h 427"/>
                <a:gd name="T26" fmla="*/ 125 w 371"/>
                <a:gd name="T27" fmla="*/ 197 h 427"/>
                <a:gd name="T28" fmla="*/ 151 w 371"/>
                <a:gd name="T29" fmla="*/ 222 h 427"/>
                <a:gd name="T30" fmla="*/ 139 w 371"/>
                <a:gd name="T31" fmla="*/ 222 h 427"/>
                <a:gd name="T32" fmla="*/ 139 w 371"/>
                <a:gd name="T33" fmla="*/ 248 h 427"/>
                <a:gd name="T34" fmla="*/ 157 w 371"/>
                <a:gd name="T35" fmla="*/ 248 h 427"/>
                <a:gd name="T36" fmla="*/ 157 w 371"/>
                <a:gd name="T37" fmla="*/ 261 h 427"/>
                <a:gd name="T38" fmla="*/ 161 w 371"/>
                <a:gd name="T39" fmla="*/ 261 h 427"/>
                <a:gd name="T40" fmla="*/ 115 w 371"/>
                <a:gd name="T41" fmla="*/ 349 h 427"/>
                <a:gd name="T42" fmla="*/ 115 w 371"/>
                <a:gd name="T43" fmla="*/ 406 h 427"/>
                <a:gd name="T44" fmla="*/ 93 w 371"/>
                <a:gd name="T45" fmla="*/ 406 h 427"/>
                <a:gd name="T46" fmla="*/ 93 w 371"/>
                <a:gd name="T47" fmla="*/ 427 h 427"/>
                <a:gd name="T48" fmla="*/ 282 w 371"/>
                <a:gd name="T49" fmla="*/ 427 h 427"/>
                <a:gd name="T50" fmla="*/ 282 w 371"/>
                <a:gd name="T51" fmla="*/ 406 h 427"/>
                <a:gd name="T52" fmla="*/ 258 w 371"/>
                <a:gd name="T53" fmla="*/ 406 h 427"/>
                <a:gd name="T54" fmla="*/ 258 w 371"/>
                <a:gd name="T55" fmla="*/ 349 h 427"/>
                <a:gd name="T56" fmla="*/ 258 w 371"/>
                <a:gd name="T57" fmla="*/ 349 h 427"/>
                <a:gd name="T58" fmla="*/ 213 w 371"/>
                <a:gd name="T59" fmla="*/ 261 h 427"/>
                <a:gd name="T60" fmla="*/ 217 w 371"/>
                <a:gd name="T61" fmla="*/ 261 h 427"/>
                <a:gd name="T62" fmla="*/ 217 w 371"/>
                <a:gd name="T63" fmla="*/ 248 h 427"/>
                <a:gd name="T64" fmla="*/ 232 w 371"/>
                <a:gd name="T65" fmla="*/ 248 h 427"/>
                <a:gd name="T66" fmla="*/ 232 w 371"/>
                <a:gd name="T67" fmla="*/ 222 h 427"/>
                <a:gd name="T68" fmla="*/ 220 w 371"/>
                <a:gd name="T69" fmla="*/ 222 h 427"/>
                <a:gd name="T70" fmla="*/ 246 w 371"/>
                <a:gd name="T71" fmla="*/ 196 h 427"/>
                <a:gd name="T72" fmla="*/ 332 w 371"/>
                <a:gd name="T73" fmla="*/ 153 h 427"/>
                <a:gd name="T74" fmla="*/ 364 w 371"/>
                <a:gd name="T75" fmla="*/ 14 h 427"/>
                <a:gd name="T76" fmla="*/ 58 w 371"/>
                <a:gd name="T77" fmla="*/ 137 h 427"/>
                <a:gd name="T78" fmla="*/ 31 w 371"/>
                <a:gd name="T79" fmla="*/ 32 h 427"/>
                <a:gd name="T80" fmla="*/ 80 w 371"/>
                <a:gd name="T81" fmla="*/ 45 h 427"/>
                <a:gd name="T82" fmla="*/ 80 w 371"/>
                <a:gd name="T83" fmla="*/ 47 h 427"/>
                <a:gd name="T84" fmla="*/ 64 w 371"/>
                <a:gd name="T85" fmla="*/ 58 h 427"/>
                <a:gd name="T86" fmla="*/ 78 w 371"/>
                <a:gd name="T87" fmla="*/ 79 h 427"/>
                <a:gd name="T88" fmla="*/ 85 w 371"/>
                <a:gd name="T89" fmla="*/ 75 h 427"/>
                <a:gd name="T90" fmla="*/ 108 w 371"/>
                <a:gd name="T91" fmla="*/ 168 h 427"/>
                <a:gd name="T92" fmla="*/ 58 w 371"/>
                <a:gd name="T93" fmla="*/ 137 h 427"/>
                <a:gd name="T94" fmla="*/ 313 w 371"/>
                <a:gd name="T95" fmla="*/ 136 h 427"/>
                <a:gd name="T96" fmla="*/ 264 w 371"/>
                <a:gd name="T97" fmla="*/ 167 h 427"/>
                <a:gd name="T98" fmla="*/ 286 w 371"/>
                <a:gd name="T99" fmla="*/ 73 h 427"/>
                <a:gd name="T100" fmla="*/ 293 w 371"/>
                <a:gd name="T101" fmla="*/ 78 h 427"/>
                <a:gd name="T102" fmla="*/ 307 w 371"/>
                <a:gd name="T103" fmla="*/ 56 h 427"/>
                <a:gd name="T104" fmla="*/ 290 w 371"/>
                <a:gd name="T105" fmla="*/ 46 h 427"/>
                <a:gd name="T106" fmla="*/ 290 w 371"/>
                <a:gd name="T107" fmla="*/ 43 h 427"/>
                <a:gd name="T108" fmla="*/ 340 w 371"/>
                <a:gd name="T109" fmla="*/ 31 h 427"/>
                <a:gd name="T110" fmla="*/ 313 w 371"/>
                <a:gd name="T111" fmla="*/ 136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427">
                  <a:moveTo>
                    <a:pt x="364" y="14"/>
                  </a:moveTo>
                  <a:lnTo>
                    <a:pt x="362" y="0"/>
                  </a:lnTo>
                  <a:lnTo>
                    <a:pt x="349" y="3"/>
                  </a:lnTo>
                  <a:cubicBezTo>
                    <a:pt x="335" y="5"/>
                    <a:pt x="277" y="20"/>
                    <a:pt x="274" y="21"/>
                  </a:cubicBezTo>
                  <a:lnTo>
                    <a:pt x="265" y="23"/>
                  </a:lnTo>
                  <a:lnTo>
                    <a:pt x="265" y="38"/>
                  </a:lnTo>
                  <a:lnTo>
                    <a:pt x="106" y="38"/>
                  </a:lnTo>
                  <a:lnTo>
                    <a:pt x="106" y="25"/>
                  </a:lnTo>
                  <a:lnTo>
                    <a:pt x="96" y="22"/>
                  </a:lnTo>
                  <a:cubicBezTo>
                    <a:pt x="94" y="22"/>
                    <a:pt x="36" y="7"/>
                    <a:pt x="22" y="4"/>
                  </a:cubicBezTo>
                  <a:lnTo>
                    <a:pt x="8" y="1"/>
                  </a:lnTo>
                  <a:lnTo>
                    <a:pt x="7" y="15"/>
                  </a:lnTo>
                  <a:cubicBezTo>
                    <a:pt x="0" y="75"/>
                    <a:pt x="11" y="122"/>
                    <a:pt x="39" y="154"/>
                  </a:cubicBezTo>
                  <a:cubicBezTo>
                    <a:pt x="73" y="194"/>
                    <a:pt x="120" y="197"/>
                    <a:pt x="125" y="197"/>
                  </a:cubicBezTo>
                  <a:cubicBezTo>
                    <a:pt x="133" y="207"/>
                    <a:pt x="141" y="215"/>
                    <a:pt x="151" y="222"/>
                  </a:cubicBezTo>
                  <a:lnTo>
                    <a:pt x="139" y="222"/>
                  </a:lnTo>
                  <a:lnTo>
                    <a:pt x="139" y="248"/>
                  </a:lnTo>
                  <a:lnTo>
                    <a:pt x="157" y="248"/>
                  </a:lnTo>
                  <a:lnTo>
                    <a:pt x="157" y="261"/>
                  </a:lnTo>
                  <a:lnTo>
                    <a:pt x="161" y="261"/>
                  </a:lnTo>
                  <a:cubicBezTo>
                    <a:pt x="160" y="320"/>
                    <a:pt x="115" y="349"/>
                    <a:pt x="115" y="349"/>
                  </a:cubicBezTo>
                  <a:lnTo>
                    <a:pt x="115" y="406"/>
                  </a:lnTo>
                  <a:lnTo>
                    <a:pt x="93" y="406"/>
                  </a:lnTo>
                  <a:lnTo>
                    <a:pt x="93" y="427"/>
                  </a:lnTo>
                  <a:lnTo>
                    <a:pt x="282" y="427"/>
                  </a:lnTo>
                  <a:lnTo>
                    <a:pt x="282" y="406"/>
                  </a:lnTo>
                  <a:lnTo>
                    <a:pt x="258" y="406"/>
                  </a:lnTo>
                  <a:lnTo>
                    <a:pt x="258" y="349"/>
                  </a:lnTo>
                  <a:lnTo>
                    <a:pt x="258" y="349"/>
                  </a:lnTo>
                  <a:cubicBezTo>
                    <a:pt x="258" y="349"/>
                    <a:pt x="214" y="320"/>
                    <a:pt x="213" y="261"/>
                  </a:cubicBezTo>
                  <a:lnTo>
                    <a:pt x="217" y="261"/>
                  </a:lnTo>
                  <a:lnTo>
                    <a:pt x="217" y="248"/>
                  </a:lnTo>
                  <a:lnTo>
                    <a:pt x="232" y="248"/>
                  </a:lnTo>
                  <a:lnTo>
                    <a:pt x="232" y="222"/>
                  </a:lnTo>
                  <a:lnTo>
                    <a:pt x="220" y="222"/>
                  </a:lnTo>
                  <a:cubicBezTo>
                    <a:pt x="230" y="215"/>
                    <a:pt x="239" y="206"/>
                    <a:pt x="246" y="196"/>
                  </a:cubicBezTo>
                  <a:cubicBezTo>
                    <a:pt x="255" y="195"/>
                    <a:pt x="299" y="191"/>
                    <a:pt x="332" y="153"/>
                  </a:cubicBezTo>
                  <a:cubicBezTo>
                    <a:pt x="360" y="120"/>
                    <a:pt x="371" y="74"/>
                    <a:pt x="364" y="14"/>
                  </a:cubicBezTo>
                  <a:close/>
                  <a:moveTo>
                    <a:pt x="58" y="137"/>
                  </a:moveTo>
                  <a:cubicBezTo>
                    <a:pt x="37" y="113"/>
                    <a:pt x="28" y="78"/>
                    <a:pt x="31" y="32"/>
                  </a:cubicBezTo>
                  <a:cubicBezTo>
                    <a:pt x="46" y="36"/>
                    <a:pt x="68" y="42"/>
                    <a:pt x="80" y="45"/>
                  </a:cubicBezTo>
                  <a:lnTo>
                    <a:pt x="80" y="47"/>
                  </a:lnTo>
                  <a:lnTo>
                    <a:pt x="64" y="58"/>
                  </a:lnTo>
                  <a:lnTo>
                    <a:pt x="78" y="79"/>
                  </a:lnTo>
                  <a:lnTo>
                    <a:pt x="85" y="75"/>
                  </a:lnTo>
                  <a:cubicBezTo>
                    <a:pt x="87" y="101"/>
                    <a:pt x="93" y="137"/>
                    <a:pt x="108" y="168"/>
                  </a:cubicBezTo>
                  <a:cubicBezTo>
                    <a:pt x="93" y="164"/>
                    <a:pt x="74" y="156"/>
                    <a:pt x="58" y="137"/>
                  </a:cubicBezTo>
                  <a:close/>
                  <a:moveTo>
                    <a:pt x="313" y="136"/>
                  </a:moveTo>
                  <a:cubicBezTo>
                    <a:pt x="297" y="154"/>
                    <a:pt x="278" y="163"/>
                    <a:pt x="264" y="167"/>
                  </a:cubicBezTo>
                  <a:cubicBezTo>
                    <a:pt x="278" y="135"/>
                    <a:pt x="284" y="99"/>
                    <a:pt x="286" y="73"/>
                  </a:cubicBezTo>
                  <a:lnTo>
                    <a:pt x="293" y="78"/>
                  </a:lnTo>
                  <a:lnTo>
                    <a:pt x="307" y="56"/>
                  </a:lnTo>
                  <a:lnTo>
                    <a:pt x="290" y="46"/>
                  </a:lnTo>
                  <a:lnTo>
                    <a:pt x="290" y="43"/>
                  </a:lnTo>
                  <a:cubicBezTo>
                    <a:pt x="303" y="40"/>
                    <a:pt x="325" y="35"/>
                    <a:pt x="340" y="31"/>
                  </a:cubicBezTo>
                  <a:cubicBezTo>
                    <a:pt x="343" y="76"/>
                    <a:pt x="334" y="111"/>
                    <a:pt x="313" y="136"/>
                  </a:cubicBezTo>
                  <a:close/>
                </a:path>
              </a:pathLst>
            </a:custGeom>
            <a:solidFill>
              <a:srgbClr val="C9A13A"/>
            </a:solidFill>
            <a:ln w="3175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ís1íḑe">
            <a:extLst>
              <a:ext uri="{FF2B5EF4-FFF2-40B4-BE49-F238E27FC236}">
                <a16:creationId xmlns:a16="http://schemas.microsoft.com/office/drawing/2014/main" id="{70DDF9F5-3118-4DB2-A251-E21915C42BF3}"/>
              </a:ext>
            </a:extLst>
          </p:cNvPr>
          <p:cNvGrpSpPr/>
          <p:nvPr/>
        </p:nvGrpSpPr>
        <p:grpSpPr>
          <a:xfrm>
            <a:off x="1221571" y="3348690"/>
            <a:ext cx="3913732" cy="1011421"/>
            <a:chOff x="660400" y="1312953"/>
            <a:chExt cx="3913732" cy="1011421"/>
          </a:xfrm>
        </p:grpSpPr>
        <p:grpSp>
          <p:nvGrpSpPr>
            <p:cNvPr id="32" name="ïŝḻíḍè">
              <a:extLst>
                <a:ext uri="{FF2B5EF4-FFF2-40B4-BE49-F238E27FC236}">
                  <a16:creationId xmlns:a16="http://schemas.microsoft.com/office/drawing/2014/main" id="{57853C2F-9E4D-4120-8307-18065484EF9B}"/>
                </a:ext>
              </a:extLst>
            </p:cNvPr>
            <p:cNvGrpSpPr/>
            <p:nvPr/>
          </p:nvGrpSpPr>
          <p:grpSpPr>
            <a:xfrm>
              <a:off x="1236102" y="1312953"/>
              <a:ext cx="3338030" cy="1011421"/>
              <a:chOff x="1016527" y="2180014"/>
              <a:chExt cx="2434885" cy="1011421"/>
            </a:xfrm>
          </p:grpSpPr>
          <p:sp>
            <p:nvSpPr>
              <p:cNvPr id="34" name="iṩḷíďé">
                <a:extLst>
                  <a:ext uri="{FF2B5EF4-FFF2-40B4-BE49-F238E27FC236}">
                    <a16:creationId xmlns:a16="http://schemas.microsoft.com/office/drawing/2014/main" id="{4E9A126B-220C-4D25-BF8F-206546389E42}"/>
                  </a:ext>
                </a:extLst>
              </p:cNvPr>
              <p:cNvSpPr/>
              <p:nvPr/>
            </p:nvSpPr>
            <p:spPr bwMode="auto">
              <a:xfrm>
                <a:off x="1016527" y="2570062"/>
                <a:ext cx="2434885" cy="6213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点此输入内容或者复制您的内容在这里，通过复制您的文本后点此输入内容；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5" name="îslíḍe">
                <a:extLst>
                  <a:ext uri="{FF2B5EF4-FFF2-40B4-BE49-F238E27FC236}">
                    <a16:creationId xmlns:a16="http://schemas.microsoft.com/office/drawing/2014/main" id="{3B38DF14-A661-4985-8EB6-C154FB94541B}"/>
                  </a:ext>
                </a:extLst>
              </p:cNvPr>
              <p:cNvSpPr txBox="1"/>
              <p:nvPr/>
            </p:nvSpPr>
            <p:spPr bwMode="auto">
              <a:xfrm>
                <a:off x="1016527" y="2180014"/>
                <a:ext cx="2434885" cy="390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输入标题</a:t>
                </a:r>
              </a:p>
            </p:txBody>
          </p:sp>
        </p:grpSp>
        <p:sp>
          <p:nvSpPr>
            <p:cNvPr id="33" name="îṡlîḑê">
              <a:extLst>
                <a:ext uri="{FF2B5EF4-FFF2-40B4-BE49-F238E27FC236}">
                  <a16:creationId xmlns:a16="http://schemas.microsoft.com/office/drawing/2014/main" id="{4D725997-D154-46CF-849F-CA95F4DB7EF6}"/>
                </a:ext>
              </a:extLst>
            </p:cNvPr>
            <p:cNvSpPr/>
            <p:nvPr/>
          </p:nvSpPr>
          <p:spPr>
            <a:xfrm>
              <a:off x="660400" y="1568026"/>
              <a:ext cx="436071" cy="501275"/>
            </a:xfrm>
            <a:custGeom>
              <a:avLst/>
              <a:gdLst>
                <a:gd name="T0" fmla="*/ 364 w 371"/>
                <a:gd name="T1" fmla="*/ 14 h 427"/>
                <a:gd name="T2" fmla="*/ 362 w 371"/>
                <a:gd name="T3" fmla="*/ 0 h 427"/>
                <a:gd name="T4" fmla="*/ 349 w 371"/>
                <a:gd name="T5" fmla="*/ 3 h 427"/>
                <a:gd name="T6" fmla="*/ 274 w 371"/>
                <a:gd name="T7" fmla="*/ 21 h 427"/>
                <a:gd name="T8" fmla="*/ 265 w 371"/>
                <a:gd name="T9" fmla="*/ 23 h 427"/>
                <a:gd name="T10" fmla="*/ 265 w 371"/>
                <a:gd name="T11" fmla="*/ 38 h 427"/>
                <a:gd name="T12" fmla="*/ 106 w 371"/>
                <a:gd name="T13" fmla="*/ 38 h 427"/>
                <a:gd name="T14" fmla="*/ 106 w 371"/>
                <a:gd name="T15" fmla="*/ 25 h 427"/>
                <a:gd name="T16" fmla="*/ 96 w 371"/>
                <a:gd name="T17" fmla="*/ 22 h 427"/>
                <a:gd name="T18" fmla="*/ 22 w 371"/>
                <a:gd name="T19" fmla="*/ 4 h 427"/>
                <a:gd name="T20" fmla="*/ 8 w 371"/>
                <a:gd name="T21" fmla="*/ 1 h 427"/>
                <a:gd name="T22" fmla="*/ 7 w 371"/>
                <a:gd name="T23" fmla="*/ 15 h 427"/>
                <a:gd name="T24" fmla="*/ 39 w 371"/>
                <a:gd name="T25" fmla="*/ 154 h 427"/>
                <a:gd name="T26" fmla="*/ 125 w 371"/>
                <a:gd name="T27" fmla="*/ 197 h 427"/>
                <a:gd name="T28" fmla="*/ 151 w 371"/>
                <a:gd name="T29" fmla="*/ 222 h 427"/>
                <a:gd name="T30" fmla="*/ 139 w 371"/>
                <a:gd name="T31" fmla="*/ 222 h 427"/>
                <a:gd name="T32" fmla="*/ 139 w 371"/>
                <a:gd name="T33" fmla="*/ 248 h 427"/>
                <a:gd name="T34" fmla="*/ 157 w 371"/>
                <a:gd name="T35" fmla="*/ 248 h 427"/>
                <a:gd name="T36" fmla="*/ 157 w 371"/>
                <a:gd name="T37" fmla="*/ 261 h 427"/>
                <a:gd name="T38" fmla="*/ 161 w 371"/>
                <a:gd name="T39" fmla="*/ 261 h 427"/>
                <a:gd name="T40" fmla="*/ 115 w 371"/>
                <a:gd name="T41" fmla="*/ 349 h 427"/>
                <a:gd name="T42" fmla="*/ 115 w 371"/>
                <a:gd name="T43" fmla="*/ 406 h 427"/>
                <a:gd name="T44" fmla="*/ 93 w 371"/>
                <a:gd name="T45" fmla="*/ 406 h 427"/>
                <a:gd name="T46" fmla="*/ 93 w 371"/>
                <a:gd name="T47" fmla="*/ 427 h 427"/>
                <a:gd name="T48" fmla="*/ 282 w 371"/>
                <a:gd name="T49" fmla="*/ 427 h 427"/>
                <a:gd name="T50" fmla="*/ 282 w 371"/>
                <a:gd name="T51" fmla="*/ 406 h 427"/>
                <a:gd name="T52" fmla="*/ 258 w 371"/>
                <a:gd name="T53" fmla="*/ 406 h 427"/>
                <a:gd name="T54" fmla="*/ 258 w 371"/>
                <a:gd name="T55" fmla="*/ 349 h 427"/>
                <a:gd name="T56" fmla="*/ 258 w 371"/>
                <a:gd name="T57" fmla="*/ 349 h 427"/>
                <a:gd name="T58" fmla="*/ 213 w 371"/>
                <a:gd name="T59" fmla="*/ 261 h 427"/>
                <a:gd name="T60" fmla="*/ 217 w 371"/>
                <a:gd name="T61" fmla="*/ 261 h 427"/>
                <a:gd name="T62" fmla="*/ 217 w 371"/>
                <a:gd name="T63" fmla="*/ 248 h 427"/>
                <a:gd name="T64" fmla="*/ 232 w 371"/>
                <a:gd name="T65" fmla="*/ 248 h 427"/>
                <a:gd name="T66" fmla="*/ 232 w 371"/>
                <a:gd name="T67" fmla="*/ 222 h 427"/>
                <a:gd name="T68" fmla="*/ 220 w 371"/>
                <a:gd name="T69" fmla="*/ 222 h 427"/>
                <a:gd name="T70" fmla="*/ 246 w 371"/>
                <a:gd name="T71" fmla="*/ 196 h 427"/>
                <a:gd name="T72" fmla="*/ 332 w 371"/>
                <a:gd name="T73" fmla="*/ 153 h 427"/>
                <a:gd name="T74" fmla="*/ 364 w 371"/>
                <a:gd name="T75" fmla="*/ 14 h 427"/>
                <a:gd name="T76" fmla="*/ 58 w 371"/>
                <a:gd name="T77" fmla="*/ 137 h 427"/>
                <a:gd name="T78" fmla="*/ 31 w 371"/>
                <a:gd name="T79" fmla="*/ 32 h 427"/>
                <a:gd name="T80" fmla="*/ 80 w 371"/>
                <a:gd name="T81" fmla="*/ 45 h 427"/>
                <a:gd name="T82" fmla="*/ 80 w 371"/>
                <a:gd name="T83" fmla="*/ 47 h 427"/>
                <a:gd name="T84" fmla="*/ 64 w 371"/>
                <a:gd name="T85" fmla="*/ 58 h 427"/>
                <a:gd name="T86" fmla="*/ 78 w 371"/>
                <a:gd name="T87" fmla="*/ 79 h 427"/>
                <a:gd name="T88" fmla="*/ 85 w 371"/>
                <a:gd name="T89" fmla="*/ 75 h 427"/>
                <a:gd name="T90" fmla="*/ 108 w 371"/>
                <a:gd name="T91" fmla="*/ 168 h 427"/>
                <a:gd name="T92" fmla="*/ 58 w 371"/>
                <a:gd name="T93" fmla="*/ 137 h 427"/>
                <a:gd name="T94" fmla="*/ 313 w 371"/>
                <a:gd name="T95" fmla="*/ 136 h 427"/>
                <a:gd name="T96" fmla="*/ 264 w 371"/>
                <a:gd name="T97" fmla="*/ 167 h 427"/>
                <a:gd name="T98" fmla="*/ 286 w 371"/>
                <a:gd name="T99" fmla="*/ 73 h 427"/>
                <a:gd name="T100" fmla="*/ 293 w 371"/>
                <a:gd name="T101" fmla="*/ 78 h 427"/>
                <a:gd name="T102" fmla="*/ 307 w 371"/>
                <a:gd name="T103" fmla="*/ 56 h 427"/>
                <a:gd name="T104" fmla="*/ 290 w 371"/>
                <a:gd name="T105" fmla="*/ 46 h 427"/>
                <a:gd name="T106" fmla="*/ 290 w 371"/>
                <a:gd name="T107" fmla="*/ 43 h 427"/>
                <a:gd name="T108" fmla="*/ 340 w 371"/>
                <a:gd name="T109" fmla="*/ 31 h 427"/>
                <a:gd name="T110" fmla="*/ 313 w 371"/>
                <a:gd name="T111" fmla="*/ 136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427">
                  <a:moveTo>
                    <a:pt x="364" y="14"/>
                  </a:moveTo>
                  <a:lnTo>
                    <a:pt x="362" y="0"/>
                  </a:lnTo>
                  <a:lnTo>
                    <a:pt x="349" y="3"/>
                  </a:lnTo>
                  <a:cubicBezTo>
                    <a:pt x="335" y="5"/>
                    <a:pt x="277" y="20"/>
                    <a:pt x="274" y="21"/>
                  </a:cubicBezTo>
                  <a:lnTo>
                    <a:pt x="265" y="23"/>
                  </a:lnTo>
                  <a:lnTo>
                    <a:pt x="265" y="38"/>
                  </a:lnTo>
                  <a:lnTo>
                    <a:pt x="106" y="38"/>
                  </a:lnTo>
                  <a:lnTo>
                    <a:pt x="106" y="25"/>
                  </a:lnTo>
                  <a:lnTo>
                    <a:pt x="96" y="22"/>
                  </a:lnTo>
                  <a:cubicBezTo>
                    <a:pt x="94" y="22"/>
                    <a:pt x="36" y="7"/>
                    <a:pt x="22" y="4"/>
                  </a:cubicBezTo>
                  <a:lnTo>
                    <a:pt x="8" y="1"/>
                  </a:lnTo>
                  <a:lnTo>
                    <a:pt x="7" y="15"/>
                  </a:lnTo>
                  <a:cubicBezTo>
                    <a:pt x="0" y="75"/>
                    <a:pt x="11" y="122"/>
                    <a:pt x="39" y="154"/>
                  </a:cubicBezTo>
                  <a:cubicBezTo>
                    <a:pt x="73" y="194"/>
                    <a:pt x="120" y="197"/>
                    <a:pt x="125" y="197"/>
                  </a:cubicBezTo>
                  <a:cubicBezTo>
                    <a:pt x="133" y="207"/>
                    <a:pt x="141" y="215"/>
                    <a:pt x="151" y="222"/>
                  </a:cubicBezTo>
                  <a:lnTo>
                    <a:pt x="139" y="222"/>
                  </a:lnTo>
                  <a:lnTo>
                    <a:pt x="139" y="248"/>
                  </a:lnTo>
                  <a:lnTo>
                    <a:pt x="157" y="248"/>
                  </a:lnTo>
                  <a:lnTo>
                    <a:pt x="157" y="261"/>
                  </a:lnTo>
                  <a:lnTo>
                    <a:pt x="161" y="261"/>
                  </a:lnTo>
                  <a:cubicBezTo>
                    <a:pt x="160" y="320"/>
                    <a:pt x="115" y="349"/>
                    <a:pt x="115" y="349"/>
                  </a:cubicBezTo>
                  <a:lnTo>
                    <a:pt x="115" y="406"/>
                  </a:lnTo>
                  <a:lnTo>
                    <a:pt x="93" y="406"/>
                  </a:lnTo>
                  <a:lnTo>
                    <a:pt x="93" y="427"/>
                  </a:lnTo>
                  <a:lnTo>
                    <a:pt x="282" y="427"/>
                  </a:lnTo>
                  <a:lnTo>
                    <a:pt x="282" y="406"/>
                  </a:lnTo>
                  <a:lnTo>
                    <a:pt x="258" y="406"/>
                  </a:lnTo>
                  <a:lnTo>
                    <a:pt x="258" y="349"/>
                  </a:lnTo>
                  <a:lnTo>
                    <a:pt x="258" y="349"/>
                  </a:lnTo>
                  <a:cubicBezTo>
                    <a:pt x="258" y="349"/>
                    <a:pt x="214" y="320"/>
                    <a:pt x="213" y="261"/>
                  </a:cubicBezTo>
                  <a:lnTo>
                    <a:pt x="217" y="261"/>
                  </a:lnTo>
                  <a:lnTo>
                    <a:pt x="217" y="248"/>
                  </a:lnTo>
                  <a:lnTo>
                    <a:pt x="232" y="248"/>
                  </a:lnTo>
                  <a:lnTo>
                    <a:pt x="232" y="222"/>
                  </a:lnTo>
                  <a:lnTo>
                    <a:pt x="220" y="222"/>
                  </a:lnTo>
                  <a:cubicBezTo>
                    <a:pt x="230" y="215"/>
                    <a:pt x="239" y="206"/>
                    <a:pt x="246" y="196"/>
                  </a:cubicBezTo>
                  <a:cubicBezTo>
                    <a:pt x="255" y="195"/>
                    <a:pt x="299" y="191"/>
                    <a:pt x="332" y="153"/>
                  </a:cubicBezTo>
                  <a:cubicBezTo>
                    <a:pt x="360" y="120"/>
                    <a:pt x="371" y="74"/>
                    <a:pt x="364" y="14"/>
                  </a:cubicBezTo>
                  <a:close/>
                  <a:moveTo>
                    <a:pt x="58" y="137"/>
                  </a:moveTo>
                  <a:cubicBezTo>
                    <a:pt x="37" y="113"/>
                    <a:pt x="28" y="78"/>
                    <a:pt x="31" y="32"/>
                  </a:cubicBezTo>
                  <a:cubicBezTo>
                    <a:pt x="46" y="36"/>
                    <a:pt x="68" y="42"/>
                    <a:pt x="80" y="45"/>
                  </a:cubicBezTo>
                  <a:lnTo>
                    <a:pt x="80" y="47"/>
                  </a:lnTo>
                  <a:lnTo>
                    <a:pt x="64" y="58"/>
                  </a:lnTo>
                  <a:lnTo>
                    <a:pt x="78" y="79"/>
                  </a:lnTo>
                  <a:lnTo>
                    <a:pt x="85" y="75"/>
                  </a:lnTo>
                  <a:cubicBezTo>
                    <a:pt x="87" y="101"/>
                    <a:pt x="93" y="137"/>
                    <a:pt x="108" y="168"/>
                  </a:cubicBezTo>
                  <a:cubicBezTo>
                    <a:pt x="93" y="164"/>
                    <a:pt x="74" y="156"/>
                    <a:pt x="58" y="137"/>
                  </a:cubicBezTo>
                  <a:close/>
                  <a:moveTo>
                    <a:pt x="313" y="136"/>
                  </a:moveTo>
                  <a:cubicBezTo>
                    <a:pt x="297" y="154"/>
                    <a:pt x="278" y="163"/>
                    <a:pt x="264" y="167"/>
                  </a:cubicBezTo>
                  <a:cubicBezTo>
                    <a:pt x="278" y="135"/>
                    <a:pt x="284" y="99"/>
                    <a:pt x="286" y="73"/>
                  </a:cubicBezTo>
                  <a:lnTo>
                    <a:pt x="293" y="78"/>
                  </a:lnTo>
                  <a:lnTo>
                    <a:pt x="307" y="56"/>
                  </a:lnTo>
                  <a:lnTo>
                    <a:pt x="290" y="46"/>
                  </a:lnTo>
                  <a:lnTo>
                    <a:pt x="290" y="43"/>
                  </a:lnTo>
                  <a:cubicBezTo>
                    <a:pt x="303" y="40"/>
                    <a:pt x="325" y="35"/>
                    <a:pt x="340" y="31"/>
                  </a:cubicBezTo>
                  <a:cubicBezTo>
                    <a:pt x="343" y="76"/>
                    <a:pt x="334" y="111"/>
                    <a:pt x="313" y="136"/>
                  </a:cubicBezTo>
                  <a:close/>
                </a:path>
              </a:pathLst>
            </a:custGeom>
            <a:solidFill>
              <a:srgbClr val="BFBFBF"/>
            </a:solidFill>
            <a:ln w="3175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ïṡ1îďe">
            <a:extLst>
              <a:ext uri="{FF2B5EF4-FFF2-40B4-BE49-F238E27FC236}">
                <a16:creationId xmlns:a16="http://schemas.microsoft.com/office/drawing/2014/main" id="{B1F02706-920D-498B-AC76-5B404C9FE8BE}"/>
              </a:ext>
            </a:extLst>
          </p:cNvPr>
          <p:cNvGrpSpPr/>
          <p:nvPr/>
        </p:nvGrpSpPr>
        <p:grpSpPr>
          <a:xfrm>
            <a:off x="1221571" y="4540533"/>
            <a:ext cx="3913732" cy="1011421"/>
            <a:chOff x="660400" y="1312953"/>
            <a:chExt cx="3913732" cy="1011421"/>
          </a:xfrm>
        </p:grpSpPr>
        <p:grpSp>
          <p:nvGrpSpPr>
            <p:cNvPr id="37" name="íṡļíḓe">
              <a:extLst>
                <a:ext uri="{FF2B5EF4-FFF2-40B4-BE49-F238E27FC236}">
                  <a16:creationId xmlns:a16="http://schemas.microsoft.com/office/drawing/2014/main" id="{FB2AAEB9-07AA-4C41-9A08-41ED352BBFF1}"/>
                </a:ext>
              </a:extLst>
            </p:cNvPr>
            <p:cNvGrpSpPr/>
            <p:nvPr/>
          </p:nvGrpSpPr>
          <p:grpSpPr>
            <a:xfrm>
              <a:off x="1236102" y="1312953"/>
              <a:ext cx="3338030" cy="1011421"/>
              <a:chOff x="1016527" y="2180014"/>
              <a:chExt cx="2434885" cy="1011421"/>
            </a:xfrm>
          </p:grpSpPr>
          <p:sp>
            <p:nvSpPr>
              <p:cNvPr id="39" name="ïsḷïḋe">
                <a:extLst>
                  <a:ext uri="{FF2B5EF4-FFF2-40B4-BE49-F238E27FC236}">
                    <a16:creationId xmlns:a16="http://schemas.microsoft.com/office/drawing/2014/main" id="{4E9A126B-220C-4D25-BF8F-206546389E42}"/>
                  </a:ext>
                </a:extLst>
              </p:cNvPr>
              <p:cNvSpPr/>
              <p:nvPr/>
            </p:nvSpPr>
            <p:spPr bwMode="auto">
              <a:xfrm>
                <a:off x="1016527" y="2570062"/>
                <a:ext cx="2434885" cy="6213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点此输入内容或者复制您的内容在这里，通过复制您的文本后点此输入内容；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" name="isḷîḋê">
                <a:extLst>
                  <a:ext uri="{FF2B5EF4-FFF2-40B4-BE49-F238E27FC236}">
                    <a16:creationId xmlns:a16="http://schemas.microsoft.com/office/drawing/2014/main" id="{3B38DF14-A661-4985-8EB6-C154FB94541B}"/>
                  </a:ext>
                </a:extLst>
              </p:cNvPr>
              <p:cNvSpPr txBox="1"/>
              <p:nvPr/>
            </p:nvSpPr>
            <p:spPr bwMode="auto">
              <a:xfrm>
                <a:off x="1016527" y="2180014"/>
                <a:ext cx="2434885" cy="390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</a:rPr>
                  <a:t>输入标题</a:t>
                </a:r>
              </a:p>
            </p:txBody>
          </p:sp>
        </p:grpSp>
        <p:sp>
          <p:nvSpPr>
            <p:cNvPr id="38" name="îṡļídé">
              <a:extLst>
                <a:ext uri="{FF2B5EF4-FFF2-40B4-BE49-F238E27FC236}">
                  <a16:creationId xmlns:a16="http://schemas.microsoft.com/office/drawing/2014/main" id="{D33D44B8-3806-4A97-BA51-3D78E2FE56AD}"/>
                </a:ext>
              </a:extLst>
            </p:cNvPr>
            <p:cNvSpPr/>
            <p:nvPr/>
          </p:nvSpPr>
          <p:spPr>
            <a:xfrm>
              <a:off x="660400" y="1568026"/>
              <a:ext cx="436071" cy="501275"/>
            </a:xfrm>
            <a:custGeom>
              <a:avLst/>
              <a:gdLst>
                <a:gd name="T0" fmla="*/ 364 w 371"/>
                <a:gd name="T1" fmla="*/ 14 h 427"/>
                <a:gd name="T2" fmla="*/ 362 w 371"/>
                <a:gd name="T3" fmla="*/ 0 h 427"/>
                <a:gd name="T4" fmla="*/ 349 w 371"/>
                <a:gd name="T5" fmla="*/ 3 h 427"/>
                <a:gd name="T6" fmla="*/ 274 w 371"/>
                <a:gd name="T7" fmla="*/ 21 h 427"/>
                <a:gd name="T8" fmla="*/ 265 w 371"/>
                <a:gd name="T9" fmla="*/ 23 h 427"/>
                <a:gd name="T10" fmla="*/ 265 w 371"/>
                <a:gd name="T11" fmla="*/ 38 h 427"/>
                <a:gd name="T12" fmla="*/ 106 w 371"/>
                <a:gd name="T13" fmla="*/ 38 h 427"/>
                <a:gd name="T14" fmla="*/ 106 w 371"/>
                <a:gd name="T15" fmla="*/ 25 h 427"/>
                <a:gd name="T16" fmla="*/ 96 w 371"/>
                <a:gd name="T17" fmla="*/ 22 h 427"/>
                <a:gd name="T18" fmla="*/ 22 w 371"/>
                <a:gd name="T19" fmla="*/ 4 h 427"/>
                <a:gd name="T20" fmla="*/ 8 w 371"/>
                <a:gd name="T21" fmla="*/ 1 h 427"/>
                <a:gd name="T22" fmla="*/ 7 w 371"/>
                <a:gd name="T23" fmla="*/ 15 h 427"/>
                <a:gd name="T24" fmla="*/ 39 w 371"/>
                <a:gd name="T25" fmla="*/ 154 h 427"/>
                <a:gd name="T26" fmla="*/ 125 w 371"/>
                <a:gd name="T27" fmla="*/ 197 h 427"/>
                <a:gd name="T28" fmla="*/ 151 w 371"/>
                <a:gd name="T29" fmla="*/ 222 h 427"/>
                <a:gd name="T30" fmla="*/ 139 w 371"/>
                <a:gd name="T31" fmla="*/ 222 h 427"/>
                <a:gd name="T32" fmla="*/ 139 w 371"/>
                <a:gd name="T33" fmla="*/ 248 h 427"/>
                <a:gd name="T34" fmla="*/ 157 w 371"/>
                <a:gd name="T35" fmla="*/ 248 h 427"/>
                <a:gd name="T36" fmla="*/ 157 w 371"/>
                <a:gd name="T37" fmla="*/ 261 h 427"/>
                <a:gd name="T38" fmla="*/ 161 w 371"/>
                <a:gd name="T39" fmla="*/ 261 h 427"/>
                <a:gd name="T40" fmla="*/ 115 w 371"/>
                <a:gd name="T41" fmla="*/ 349 h 427"/>
                <a:gd name="T42" fmla="*/ 115 w 371"/>
                <a:gd name="T43" fmla="*/ 406 h 427"/>
                <a:gd name="T44" fmla="*/ 93 w 371"/>
                <a:gd name="T45" fmla="*/ 406 h 427"/>
                <a:gd name="T46" fmla="*/ 93 w 371"/>
                <a:gd name="T47" fmla="*/ 427 h 427"/>
                <a:gd name="T48" fmla="*/ 282 w 371"/>
                <a:gd name="T49" fmla="*/ 427 h 427"/>
                <a:gd name="T50" fmla="*/ 282 w 371"/>
                <a:gd name="T51" fmla="*/ 406 h 427"/>
                <a:gd name="T52" fmla="*/ 258 w 371"/>
                <a:gd name="T53" fmla="*/ 406 h 427"/>
                <a:gd name="T54" fmla="*/ 258 w 371"/>
                <a:gd name="T55" fmla="*/ 349 h 427"/>
                <a:gd name="T56" fmla="*/ 258 w 371"/>
                <a:gd name="T57" fmla="*/ 349 h 427"/>
                <a:gd name="T58" fmla="*/ 213 w 371"/>
                <a:gd name="T59" fmla="*/ 261 h 427"/>
                <a:gd name="T60" fmla="*/ 217 w 371"/>
                <a:gd name="T61" fmla="*/ 261 h 427"/>
                <a:gd name="T62" fmla="*/ 217 w 371"/>
                <a:gd name="T63" fmla="*/ 248 h 427"/>
                <a:gd name="T64" fmla="*/ 232 w 371"/>
                <a:gd name="T65" fmla="*/ 248 h 427"/>
                <a:gd name="T66" fmla="*/ 232 w 371"/>
                <a:gd name="T67" fmla="*/ 222 h 427"/>
                <a:gd name="T68" fmla="*/ 220 w 371"/>
                <a:gd name="T69" fmla="*/ 222 h 427"/>
                <a:gd name="T70" fmla="*/ 246 w 371"/>
                <a:gd name="T71" fmla="*/ 196 h 427"/>
                <a:gd name="T72" fmla="*/ 332 w 371"/>
                <a:gd name="T73" fmla="*/ 153 h 427"/>
                <a:gd name="T74" fmla="*/ 364 w 371"/>
                <a:gd name="T75" fmla="*/ 14 h 427"/>
                <a:gd name="T76" fmla="*/ 58 w 371"/>
                <a:gd name="T77" fmla="*/ 137 h 427"/>
                <a:gd name="T78" fmla="*/ 31 w 371"/>
                <a:gd name="T79" fmla="*/ 32 h 427"/>
                <a:gd name="T80" fmla="*/ 80 w 371"/>
                <a:gd name="T81" fmla="*/ 45 h 427"/>
                <a:gd name="T82" fmla="*/ 80 w 371"/>
                <a:gd name="T83" fmla="*/ 47 h 427"/>
                <a:gd name="T84" fmla="*/ 64 w 371"/>
                <a:gd name="T85" fmla="*/ 58 h 427"/>
                <a:gd name="T86" fmla="*/ 78 w 371"/>
                <a:gd name="T87" fmla="*/ 79 h 427"/>
                <a:gd name="T88" fmla="*/ 85 w 371"/>
                <a:gd name="T89" fmla="*/ 75 h 427"/>
                <a:gd name="T90" fmla="*/ 108 w 371"/>
                <a:gd name="T91" fmla="*/ 168 h 427"/>
                <a:gd name="T92" fmla="*/ 58 w 371"/>
                <a:gd name="T93" fmla="*/ 137 h 427"/>
                <a:gd name="T94" fmla="*/ 313 w 371"/>
                <a:gd name="T95" fmla="*/ 136 h 427"/>
                <a:gd name="T96" fmla="*/ 264 w 371"/>
                <a:gd name="T97" fmla="*/ 167 h 427"/>
                <a:gd name="T98" fmla="*/ 286 w 371"/>
                <a:gd name="T99" fmla="*/ 73 h 427"/>
                <a:gd name="T100" fmla="*/ 293 w 371"/>
                <a:gd name="T101" fmla="*/ 78 h 427"/>
                <a:gd name="T102" fmla="*/ 307 w 371"/>
                <a:gd name="T103" fmla="*/ 56 h 427"/>
                <a:gd name="T104" fmla="*/ 290 w 371"/>
                <a:gd name="T105" fmla="*/ 46 h 427"/>
                <a:gd name="T106" fmla="*/ 290 w 371"/>
                <a:gd name="T107" fmla="*/ 43 h 427"/>
                <a:gd name="T108" fmla="*/ 340 w 371"/>
                <a:gd name="T109" fmla="*/ 31 h 427"/>
                <a:gd name="T110" fmla="*/ 313 w 371"/>
                <a:gd name="T111" fmla="*/ 136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427">
                  <a:moveTo>
                    <a:pt x="364" y="14"/>
                  </a:moveTo>
                  <a:lnTo>
                    <a:pt x="362" y="0"/>
                  </a:lnTo>
                  <a:lnTo>
                    <a:pt x="349" y="3"/>
                  </a:lnTo>
                  <a:cubicBezTo>
                    <a:pt x="335" y="5"/>
                    <a:pt x="277" y="20"/>
                    <a:pt x="274" y="21"/>
                  </a:cubicBezTo>
                  <a:lnTo>
                    <a:pt x="265" y="23"/>
                  </a:lnTo>
                  <a:lnTo>
                    <a:pt x="265" y="38"/>
                  </a:lnTo>
                  <a:lnTo>
                    <a:pt x="106" y="38"/>
                  </a:lnTo>
                  <a:lnTo>
                    <a:pt x="106" y="25"/>
                  </a:lnTo>
                  <a:lnTo>
                    <a:pt x="96" y="22"/>
                  </a:lnTo>
                  <a:cubicBezTo>
                    <a:pt x="94" y="22"/>
                    <a:pt x="36" y="7"/>
                    <a:pt x="22" y="4"/>
                  </a:cubicBezTo>
                  <a:lnTo>
                    <a:pt x="8" y="1"/>
                  </a:lnTo>
                  <a:lnTo>
                    <a:pt x="7" y="15"/>
                  </a:lnTo>
                  <a:cubicBezTo>
                    <a:pt x="0" y="75"/>
                    <a:pt x="11" y="122"/>
                    <a:pt x="39" y="154"/>
                  </a:cubicBezTo>
                  <a:cubicBezTo>
                    <a:pt x="73" y="194"/>
                    <a:pt x="120" y="197"/>
                    <a:pt x="125" y="197"/>
                  </a:cubicBezTo>
                  <a:cubicBezTo>
                    <a:pt x="133" y="207"/>
                    <a:pt x="141" y="215"/>
                    <a:pt x="151" y="222"/>
                  </a:cubicBezTo>
                  <a:lnTo>
                    <a:pt x="139" y="222"/>
                  </a:lnTo>
                  <a:lnTo>
                    <a:pt x="139" y="248"/>
                  </a:lnTo>
                  <a:lnTo>
                    <a:pt x="157" y="248"/>
                  </a:lnTo>
                  <a:lnTo>
                    <a:pt x="157" y="261"/>
                  </a:lnTo>
                  <a:lnTo>
                    <a:pt x="161" y="261"/>
                  </a:lnTo>
                  <a:cubicBezTo>
                    <a:pt x="160" y="320"/>
                    <a:pt x="115" y="349"/>
                    <a:pt x="115" y="349"/>
                  </a:cubicBezTo>
                  <a:lnTo>
                    <a:pt x="115" y="406"/>
                  </a:lnTo>
                  <a:lnTo>
                    <a:pt x="93" y="406"/>
                  </a:lnTo>
                  <a:lnTo>
                    <a:pt x="93" y="427"/>
                  </a:lnTo>
                  <a:lnTo>
                    <a:pt x="282" y="427"/>
                  </a:lnTo>
                  <a:lnTo>
                    <a:pt x="282" y="406"/>
                  </a:lnTo>
                  <a:lnTo>
                    <a:pt x="258" y="406"/>
                  </a:lnTo>
                  <a:lnTo>
                    <a:pt x="258" y="349"/>
                  </a:lnTo>
                  <a:lnTo>
                    <a:pt x="258" y="349"/>
                  </a:lnTo>
                  <a:cubicBezTo>
                    <a:pt x="258" y="349"/>
                    <a:pt x="214" y="320"/>
                    <a:pt x="213" y="261"/>
                  </a:cubicBezTo>
                  <a:lnTo>
                    <a:pt x="217" y="261"/>
                  </a:lnTo>
                  <a:lnTo>
                    <a:pt x="217" y="248"/>
                  </a:lnTo>
                  <a:lnTo>
                    <a:pt x="232" y="248"/>
                  </a:lnTo>
                  <a:lnTo>
                    <a:pt x="232" y="222"/>
                  </a:lnTo>
                  <a:lnTo>
                    <a:pt x="220" y="222"/>
                  </a:lnTo>
                  <a:cubicBezTo>
                    <a:pt x="230" y="215"/>
                    <a:pt x="239" y="206"/>
                    <a:pt x="246" y="196"/>
                  </a:cubicBezTo>
                  <a:cubicBezTo>
                    <a:pt x="255" y="195"/>
                    <a:pt x="299" y="191"/>
                    <a:pt x="332" y="153"/>
                  </a:cubicBezTo>
                  <a:cubicBezTo>
                    <a:pt x="360" y="120"/>
                    <a:pt x="371" y="74"/>
                    <a:pt x="364" y="14"/>
                  </a:cubicBezTo>
                  <a:close/>
                  <a:moveTo>
                    <a:pt x="58" y="137"/>
                  </a:moveTo>
                  <a:cubicBezTo>
                    <a:pt x="37" y="113"/>
                    <a:pt x="28" y="78"/>
                    <a:pt x="31" y="32"/>
                  </a:cubicBezTo>
                  <a:cubicBezTo>
                    <a:pt x="46" y="36"/>
                    <a:pt x="68" y="42"/>
                    <a:pt x="80" y="45"/>
                  </a:cubicBezTo>
                  <a:lnTo>
                    <a:pt x="80" y="47"/>
                  </a:lnTo>
                  <a:lnTo>
                    <a:pt x="64" y="58"/>
                  </a:lnTo>
                  <a:lnTo>
                    <a:pt x="78" y="79"/>
                  </a:lnTo>
                  <a:lnTo>
                    <a:pt x="85" y="75"/>
                  </a:lnTo>
                  <a:cubicBezTo>
                    <a:pt x="87" y="101"/>
                    <a:pt x="93" y="137"/>
                    <a:pt x="108" y="168"/>
                  </a:cubicBezTo>
                  <a:cubicBezTo>
                    <a:pt x="93" y="164"/>
                    <a:pt x="74" y="156"/>
                    <a:pt x="58" y="137"/>
                  </a:cubicBezTo>
                  <a:close/>
                  <a:moveTo>
                    <a:pt x="313" y="136"/>
                  </a:moveTo>
                  <a:cubicBezTo>
                    <a:pt x="297" y="154"/>
                    <a:pt x="278" y="163"/>
                    <a:pt x="264" y="167"/>
                  </a:cubicBezTo>
                  <a:cubicBezTo>
                    <a:pt x="278" y="135"/>
                    <a:pt x="284" y="99"/>
                    <a:pt x="286" y="73"/>
                  </a:cubicBezTo>
                  <a:lnTo>
                    <a:pt x="293" y="78"/>
                  </a:lnTo>
                  <a:lnTo>
                    <a:pt x="307" y="56"/>
                  </a:lnTo>
                  <a:lnTo>
                    <a:pt x="290" y="46"/>
                  </a:lnTo>
                  <a:lnTo>
                    <a:pt x="290" y="43"/>
                  </a:lnTo>
                  <a:cubicBezTo>
                    <a:pt x="303" y="40"/>
                    <a:pt x="325" y="35"/>
                    <a:pt x="340" y="31"/>
                  </a:cubicBezTo>
                  <a:cubicBezTo>
                    <a:pt x="343" y="76"/>
                    <a:pt x="334" y="111"/>
                    <a:pt x="313" y="136"/>
                  </a:cubicBezTo>
                  <a:close/>
                </a:path>
              </a:pathLst>
            </a:custGeom>
            <a:solidFill>
              <a:srgbClr val="C9A13A"/>
            </a:solidFill>
            <a:ln w="3175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</p:grpSp>
      <p:cxnSp>
        <p:nvCxnSpPr>
          <p:cNvPr id="41" name="iṩlïďè">
            <a:extLst>
              <a:ext uri="{FF2B5EF4-FFF2-40B4-BE49-F238E27FC236}">
                <a16:creationId xmlns:a16="http://schemas.microsoft.com/office/drawing/2014/main" id="{C3652200-2666-411E-8FD1-DD3A6FE5ED26}"/>
              </a:ext>
            </a:extLst>
          </p:cNvPr>
          <p:cNvCxnSpPr/>
          <p:nvPr/>
        </p:nvCxnSpPr>
        <p:spPr>
          <a:xfrm>
            <a:off x="1221571" y="3258480"/>
            <a:ext cx="3750235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ísḷiḍe">
            <a:extLst>
              <a:ext uri="{FF2B5EF4-FFF2-40B4-BE49-F238E27FC236}">
                <a16:creationId xmlns:a16="http://schemas.microsoft.com/office/drawing/2014/main" id="{19FC3C22-AB1F-4602-BDC9-B6D9F375CA9E}"/>
              </a:ext>
            </a:extLst>
          </p:cNvPr>
          <p:cNvCxnSpPr/>
          <p:nvPr/>
        </p:nvCxnSpPr>
        <p:spPr>
          <a:xfrm>
            <a:off x="1221571" y="4450321"/>
            <a:ext cx="3750235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6604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8" grpId="0" animBg="1"/>
      <p:bldP spid="9" grpId="0" animBg="1"/>
      <p:bldP spid="10" grpId="0" animBg="1"/>
      <p:bldP spid="11" grpId="0" animBg="1"/>
      <p:bldP spid="12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0" y="-48126"/>
            <a:ext cx="12249391" cy="6906126"/>
            <a:chOff x="0" y="-48126"/>
            <a:chExt cx="12249390" cy="690612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085D5DF-388D-CE2B-05C7-5809D079F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48126"/>
              <a:ext cx="6124695" cy="690612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085D5DF-388D-CE2B-05C7-5809D079F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6124695" y="-48126"/>
              <a:ext cx="6124695" cy="6906126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662BA2D-98C3-437D-948F-0A248345C29B}"/>
              </a:ext>
            </a:extLst>
          </p:cNvPr>
          <p:cNvSpPr txBox="1"/>
          <p:nvPr/>
        </p:nvSpPr>
        <p:spPr>
          <a:xfrm>
            <a:off x="3943810" y="584739"/>
            <a:ext cx="4304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  <a:cs typeface="+mn-ea"/>
                <a:sym typeface="+mn-lt"/>
              </a:rPr>
              <a:t>团队展示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itchFamily="18" charset="-122"/>
              <a:ea typeface="思源宋体 CN Heavy" pitchFamily="18" charset="-122"/>
              <a:cs typeface="+mn-ea"/>
              <a:sym typeface="+mn-lt"/>
            </a:endParaRPr>
          </a:p>
        </p:txBody>
      </p:sp>
      <p:sp>
        <p:nvSpPr>
          <p:cNvPr id="20" name="矩形: 圆角 9">
            <a:extLst>
              <a:ext uri="{FF2B5EF4-FFF2-40B4-BE49-F238E27FC236}">
                <a16:creationId xmlns:a16="http://schemas.microsoft.com/office/drawing/2014/main" id="{AF871570-D0D6-5563-4111-2FAB1BE10A8F}"/>
              </a:ext>
            </a:extLst>
          </p:cNvPr>
          <p:cNvSpPr/>
          <p:nvPr/>
        </p:nvSpPr>
        <p:spPr>
          <a:xfrm>
            <a:off x="5026652" y="599395"/>
            <a:ext cx="2138696" cy="405052"/>
          </a:xfrm>
          <a:prstGeom prst="roundRect">
            <a:avLst>
              <a:gd name="adj" fmla="val 50000"/>
            </a:avLst>
          </a:prstGeom>
          <a:noFill/>
          <a:ln>
            <a:solidFill>
              <a:srgbClr val="C9A1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îṩḷîḋé">
            <a:extLst>
              <a:ext uri="{FF2B5EF4-FFF2-40B4-BE49-F238E27FC236}">
                <a16:creationId xmlns:a16="http://schemas.microsoft.com/office/drawing/2014/main" id="{0D2EBB6F-64E5-0E33-8E10-0BEF17750601}"/>
              </a:ext>
            </a:extLst>
          </p:cNvPr>
          <p:cNvGrpSpPr>
            <a:grpSpLocks/>
          </p:cNvGrpSpPr>
          <p:nvPr/>
        </p:nvGrpSpPr>
        <p:grpSpPr>
          <a:xfrm>
            <a:off x="990413" y="1868541"/>
            <a:ext cx="3340955" cy="909499"/>
            <a:chOff x="7186612" y="2458887"/>
            <a:chExt cx="3967142" cy="894822"/>
          </a:xfrm>
          <a:noFill/>
        </p:grpSpPr>
        <p:sp>
          <p:nvSpPr>
            <p:cNvPr id="16" name="î$ļîḓe">
              <a:extLst>
                <a:ext uri="{FF2B5EF4-FFF2-40B4-BE49-F238E27FC236}">
                  <a16:creationId xmlns:a16="http://schemas.microsoft.com/office/drawing/2014/main" id="{1F6DE1C3-1DCB-7FCC-A966-74D0BCC7090E}"/>
                </a:ext>
              </a:extLst>
            </p:cNvPr>
            <p:cNvSpPr/>
            <p:nvPr/>
          </p:nvSpPr>
          <p:spPr>
            <a:xfrm>
              <a:off x="7186614" y="2458887"/>
              <a:ext cx="2097759" cy="3330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输入标题内容</a:t>
              </a:r>
              <a:endParaRPr kumimoji="1"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îśḻiḓè">
              <a:extLst>
                <a:ext uri="{FF2B5EF4-FFF2-40B4-BE49-F238E27FC236}">
                  <a16:creationId xmlns:a16="http://schemas.microsoft.com/office/drawing/2014/main" id="{BDF9A4CF-19A0-1615-4013-58039E3A3A88}"/>
                </a:ext>
              </a:extLst>
            </p:cNvPr>
            <p:cNvSpPr/>
            <p:nvPr/>
          </p:nvSpPr>
          <p:spPr>
            <a:xfrm>
              <a:off x="7186612" y="2790483"/>
              <a:ext cx="3967142" cy="5632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kumimoji="1" lang="zh-CN" altLang="en-US" sz="1200" dirty="0">
                  <a:solidFill>
                    <a:schemeClr val="bg1">
                      <a:lumMod val="50000"/>
                    </a:schemeClr>
                  </a:solidFill>
                </a:rPr>
                <a:t>点击输入本栏的具体文字，简明扼要的说明分项内容，具体内容复制粘贴到此处</a:t>
              </a:r>
            </a:p>
          </p:txBody>
        </p:sp>
      </p:grpSp>
      <p:grpSp>
        <p:nvGrpSpPr>
          <p:cNvPr id="18" name="iṡḷiďé">
            <a:extLst>
              <a:ext uri="{FF2B5EF4-FFF2-40B4-BE49-F238E27FC236}">
                <a16:creationId xmlns:a16="http://schemas.microsoft.com/office/drawing/2014/main" id="{D60D5126-3C35-7B15-4AB9-FAC708E18EA4}"/>
              </a:ext>
            </a:extLst>
          </p:cNvPr>
          <p:cNvGrpSpPr>
            <a:grpSpLocks/>
          </p:cNvGrpSpPr>
          <p:nvPr/>
        </p:nvGrpSpPr>
        <p:grpSpPr>
          <a:xfrm>
            <a:off x="990415" y="3283168"/>
            <a:ext cx="3384867" cy="909499"/>
            <a:chOff x="7186612" y="2458887"/>
            <a:chExt cx="4019282" cy="894822"/>
          </a:xfrm>
          <a:noFill/>
        </p:grpSpPr>
        <p:sp>
          <p:nvSpPr>
            <p:cNvPr id="21" name="îSḷiďé">
              <a:extLst>
                <a:ext uri="{FF2B5EF4-FFF2-40B4-BE49-F238E27FC236}">
                  <a16:creationId xmlns:a16="http://schemas.microsoft.com/office/drawing/2014/main" id="{705E4FA7-D730-9007-A44F-A6C72C3E2C5F}"/>
                </a:ext>
              </a:extLst>
            </p:cNvPr>
            <p:cNvSpPr/>
            <p:nvPr/>
          </p:nvSpPr>
          <p:spPr>
            <a:xfrm>
              <a:off x="7186614" y="2458887"/>
              <a:ext cx="2097759" cy="3330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输入标题内容</a:t>
              </a:r>
              <a:endParaRPr kumimoji="1"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ísḷîḑê">
              <a:extLst>
                <a:ext uri="{FF2B5EF4-FFF2-40B4-BE49-F238E27FC236}">
                  <a16:creationId xmlns:a16="http://schemas.microsoft.com/office/drawing/2014/main" id="{99B6ABDC-32B5-EB10-1BDA-6B7D1640DDA5}"/>
                </a:ext>
              </a:extLst>
            </p:cNvPr>
            <p:cNvSpPr/>
            <p:nvPr/>
          </p:nvSpPr>
          <p:spPr>
            <a:xfrm>
              <a:off x="7186612" y="2790483"/>
              <a:ext cx="4019282" cy="5632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kumimoji="1" lang="zh-CN" altLang="en-US" sz="1200" dirty="0">
                  <a:solidFill>
                    <a:schemeClr val="bg1">
                      <a:lumMod val="50000"/>
                    </a:schemeClr>
                  </a:solidFill>
                </a:rPr>
                <a:t>点击输入本栏的具体文字，简明扼要的说明分项内容，具体内容复制粘贴到此处</a:t>
              </a:r>
            </a:p>
          </p:txBody>
        </p:sp>
      </p:grpSp>
      <p:grpSp>
        <p:nvGrpSpPr>
          <p:cNvPr id="23" name="išḷide">
            <a:extLst>
              <a:ext uri="{FF2B5EF4-FFF2-40B4-BE49-F238E27FC236}">
                <a16:creationId xmlns:a16="http://schemas.microsoft.com/office/drawing/2014/main" id="{84D1C5FA-D0C5-19D3-30E5-FE0805EE1445}"/>
              </a:ext>
            </a:extLst>
          </p:cNvPr>
          <p:cNvGrpSpPr>
            <a:grpSpLocks/>
          </p:cNvGrpSpPr>
          <p:nvPr/>
        </p:nvGrpSpPr>
        <p:grpSpPr>
          <a:xfrm>
            <a:off x="990415" y="4659693"/>
            <a:ext cx="3451697" cy="909498"/>
            <a:chOff x="7186612" y="2458887"/>
            <a:chExt cx="4098639" cy="894822"/>
          </a:xfrm>
          <a:noFill/>
        </p:grpSpPr>
        <p:sp>
          <p:nvSpPr>
            <p:cNvPr id="24" name="iṡḷiďè">
              <a:extLst>
                <a:ext uri="{FF2B5EF4-FFF2-40B4-BE49-F238E27FC236}">
                  <a16:creationId xmlns:a16="http://schemas.microsoft.com/office/drawing/2014/main" id="{BA1102B8-00E5-4447-954E-BAD8233613EA}"/>
                </a:ext>
              </a:extLst>
            </p:cNvPr>
            <p:cNvSpPr/>
            <p:nvPr/>
          </p:nvSpPr>
          <p:spPr>
            <a:xfrm>
              <a:off x="7186614" y="2458887"/>
              <a:ext cx="2097759" cy="3330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kumimoji="1"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输入标题内容</a:t>
              </a:r>
              <a:endParaRPr kumimoji="1"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iṧ1idè">
              <a:extLst>
                <a:ext uri="{FF2B5EF4-FFF2-40B4-BE49-F238E27FC236}">
                  <a16:creationId xmlns:a16="http://schemas.microsoft.com/office/drawing/2014/main" id="{41EC253F-7760-4FCE-2ED5-D79F08A8D804}"/>
                </a:ext>
              </a:extLst>
            </p:cNvPr>
            <p:cNvSpPr/>
            <p:nvPr/>
          </p:nvSpPr>
          <p:spPr>
            <a:xfrm>
              <a:off x="7186612" y="2790483"/>
              <a:ext cx="4098639" cy="5632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kumimoji="1" lang="zh-CN" altLang="en-US" sz="1200" dirty="0">
                  <a:solidFill>
                    <a:schemeClr val="bg1">
                      <a:lumMod val="50000"/>
                    </a:schemeClr>
                  </a:solidFill>
                </a:rPr>
                <a:t>点击输入本栏的具体文字，简明扼要的说明分项内容，具体内容复制粘贴到此处</a:t>
              </a:r>
            </a:p>
          </p:txBody>
        </p:sp>
      </p:grpSp>
      <p:sp>
        <p:nvSpPr>
          <p:cNvPr id="26" name="ïšḷïḓè"/>
          <p:cNvSpPr/>
          <p:nvPr/>
        </p:nvSpPr>
        <p:spPr>
          <a:xfrm>
            <a:off x="721388" y="1921332"/>
            <a:ext cx="252000" cy="252000"/>
          </a:xfrm>
          <a:prstGeom prst="rect">
            <a:avLst/>
          </a:prstGeom>
          <a:solidFill>
            <a:srgbClr val="C9A13A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6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íṩľîḓê"/>
          <p:cNvSpPr/>
          <p:nvPr/>
        </p:nvSpPr>
        <p:spPr bwMode="auto">
          <a:xfrm>
            <a:off x="789083" y="1989027"/>
            <a:ext cx="116611" cy="116612"/>
          </a:xfrm>
          <a:custGeom>
            <a:avLst/>
            <a:gdLst>
              <a:gd name="connsiteX0" fmla="*/ 201925 w 609586"/>
              <a:gd name="connsiteY0" fmla="*/ 278124 h 609586"/>
              <a:gd name="connsiteX1" fmla="*/ 76198 w 609586"/>
              <a:gd name="connsiteY1" fmla="*/ 278124 h 609586"/>
              <a:gd name="connsiteX2" fmla="*/ 0 w 609586"/>
              <a:gd name="connsiteY2" fmla="*/ 201925 h 609586"/>
              <a:gd name="connsiteX3" fmla="*/ 0 w 609586"/>
              <a:gd name="connsiteY3" fmla="*/ 76198 h 609586"/>
              <a:gd name="connsiteX4" fmla="*/ 76198 w 609586"/>
              <a:gd name="connsiteY4" fmla="*/ 0 h 609586"/>
              <a:gd name="connsiteX5" fmla="*/ 201925 w 609586"/>
              <a:gd name="connsiteY5" fmla="*/ 0 h 609586"/>
              <a:gd name="connsiteX6" fmla="*/ 278124 w 609586"/>
              <a:gd name="connsiteY6" fmla="*/ 76198 h 609586"/>
              <a:gd name="connsiteX7" fmla="*/ 278124 w 609586"/>
              <a:gd name="connsiteY7" fmla="*/ 201925 h 609586"/>
              <a:gd name="connsiteX8" fmla="*/ 201925 w 609586"/>
              <a:gd name="connsiteY8" fmla="*/ 278124 h 609586"/>
              <a:gd name="connsiteX9" fmla="*/ 407661 w 609586"/>
              <a:gd name="connsiteY9" fmla="*/ 278124 h 609586"/>
              <a:gd name="connsiteX10" fmla="*/ 533388 w 609586"/>
              <a:gd name="connsiteY10" fmla="*/ 278124 h 609586"/>
              <a:gd name="connsiteX11" fmla="*/ 609586 w 609586"/>
              <a:gd name="connsiteY11" fmla="*/ 201925 h 609586"/>
              <a:gd name="connsiteX12" fmla="*/ 609586 w 609586"/>
              <a:gd name="connsiteY12" fmla="*/ 76198 h 609586"/>
              <a:gd name="connsiteX13" fmla="*/ 533388 w 609586"/>
              <a:gd name="connsiteY13" fmla="*/ 0 h 609586"/>
              <a:gd name="connsiteX14" fmla="*/ 407661 w 609586"/>
              <a:gd name="connsiteY14" fmla="*/ 0 h 609586"/>
              <a:gd name="connsiteX15" fmla="*/ 331462 w 609586"/>
              <a:gd name="connsiteY15" fmla="*/ 76198 h 609586"/>
              <a:gd name="connsiteX16" fmla="*/ 331462 w 609586"/>
              <a:gd name="connsiteY16" fmla="*/ 201925 h 609586"/>
              <a:gd name="connsiteX17" fmla="*/ 407661 w 609586"/>
              <a:gd name="connsiteY17" fmla="*/ 278124 h 609586"/>
              <a:gd name="connsiteX18" fmla="*/ 201925 w 609586"/>
              <a:gd name="connsiteY18" fmla="*/ 331462 h 609586"/>
              <a:gd name="connsiteX19" fmla="*/ 76198 w 609586"/>
              <a:gd name="connsiteY19" fmla="*/ 331462 h 609586"/>
              <a:gd name="connsiteX20" fmla="*/ 0 w 609586"/>
              <a:gd name="connsiteY20" fmla="*/ 407661 h 609586"/>
              <a:gd name="connsiteX21" fmla="*/ 0 w 609586"/>
              <a:gd name="connsiteY21" fmla="*/ 533388 h 609586"/>
              <a:gd name="connsiteX22" fmla="*/ 76198 w 609586"/>
              <a:gd name="connsiteY22" fmla="*/ 609586 h 609586"/>
              <a:gd name="connsiteX23" fmla="*/ 201925 w 609586"/>
              <a:gd name="connsiteY23" fmla="*/ 609586 h 609586"/>
              <a:gd name="connsiteX24" fmla="*/ 278124 w 609586"/>
              <a:gd name="connsiteY24" fmla="*/ 533388 h 609586"/>
              <a:gd name="connsiteX25" fmla="*/ 278124 w 609586"/>
              <a:gd name="connsiteY25" fmla="*/ 407661 h 609586"/>
              <a:gd name="connsiteX26" fmla="*/ 201925 w 609586"/>
              <a:gd name="connsiteY26" fmla="*/ 331462 h 609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9586" h="609586">
                <a:moveTo>
                  <a:pt x="201925" y="278124"/>
                </a:moveTo>
                <a:lnTo>
                  <a:pt x="76198" y="278124"/>
                </a:lnTo>
                <a:cubicBezTo>
                  <a:pt x="34289" y="278124"/>
                  <a:pt x="0" y="243834"/>
                  <a:pt x="0" y="201925"/>
                </a:cubicBezTo>
                <a:lnTo>
                  <a:pt x="0" y="76198"/>
                </a:lnTo>
                <a:cubicBezTo>
                  <a:pt x="0" y="34289"/>
                  <a:pt x="34289" y="0"/>
                  <a:pt x="76198" y="0"/>
                </a:cubicBezTo>
                <a:lnTo>
                  <a:pt x="201925" y="0"/>
                </a:lnTo>
                <a:cubicBezTo>
                  <a:pt x="243834" y="0"/>
                  <a:pt x="278124" y="34289"/>
                  <a:pt x="278124" y="76198"/>
                </a:cubicBezTo>
                <a:lnTo>
                  <a:pt x="278124" y="201925"/>
                </a:lnTo>
                <a:cubicBezTo>
                  <a:pt x="278124" y="243834"/>
                  <a:pt x="243834" y="278124"/>
                  <a:pt x="201925" y="278124"/>
                </a:cubicBezTo>
                <a:close/>
                <a:moveTo>
                  <a:pt x="407661" y="278124"/>
                </a:moveTo>
                <a:lnTo>
                  <a:pt x="533388" y="278124"/>
                </a:lnTo>
                <a:cubicBezTo>
                  <a:pt x="575297" y="278124"/>
                  <a:pt x="609586" y="243834"/>
                  <a:pt x="609586" y="201925"/>
                </a:cubicBezTo>
                <a:lnTo>
                  <a:pt x="609586" y="76198"/>
                </a:lnTo>
                <a:cubicBezTo>
                  <a:pt x="609586" y="34289"/>
                  <a:pt x="575297" y="0"/>
                  <a:pt x="533388" y="0"/>
                </a:cubicBezTo>
                <a:lnTo>
                  <a:pt x="407661" y="0"/>
                </a:lnTo>
                <a:cubicBezTo>
                  <a:pt x="365752" y="0"/>
                  <a:pt x="331462" y="34289"/>
                  <a:pt x="331462" y="76198"/>
                </a:cubicBezTo>
                <a:lnTo>
                  <a:pt x="331462" y="201925"/>
                </a:lnTo>
                <a:cubicBezTo>
                  <a:pt x="331462" y="243834"/>
                  <a:pt x="365752" y="278124"/>
                  <a:pt x="407661" y="278124"/>
                </a:cubicBezTo>
                <a:close/>
                <a:moveTo>
                  <a:pt x="201925" y="331462"/>
                </a:moveTo>
                <a:lnTo>
                  <a:pt x="76198" y="331462"/>
                </a:lnTo>
                <a:cubicBezTo>
                  <a:pt x="34289" y="331462"/>
                  <a:pt x="0" y="365752"/>
                  <a:pt x="0" y="407661"/>
                </a:cubicBezTo>
                <a:lnTo>
                  <a:pt x="0" y="533388"/>
                </a:lnTo>
                <a:cubicBezTo>
                  <a:pt x="0" y="575297"/>
                  <a:pt x="34289" y="609586"/>
                  <a:pt x="76198" y="609586"/>
                </a:cubicBezTo>
                <a:lnTo>
                  <a:pt x="201925" y="609586"/>
                </a:lnTo>
                <a:cubicBezTo>
                  <a:pt x="243834" y="609586"/>
                  <a:pt x="278124" y="575297"/>
                  <a:pt x="278124" y="533388"/>
                </a:cubicBezTo>
                <a:lnTo>
                  <a:pt x="278124" y="407661"/>
                </a:lnTo>
                <a:cubicBezTo>
                  <a:pt x="278124" y="365752"/>
                  <a:pt x="243834" y="331462"/>
                  <a:pt x="201925" y="3314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ïšḷïḓè"/>
          <p:cNvSpPr/>
          <p:nvPr/>
        </p:nvSpPr>
        <p:spPr>
          <a:xfrm>
            <a:off x="696400" y="3326444"/>
            <a:ext cx="252000" cy="252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6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9" name="íṩľîḓê"/>
          <p:cNvSpPr/>
          <p:nvPr/>
        </p:nvSpPr>
        <p:spPr bwMode="auto">
          <a:xfrm>
            <a:off x="764095" y="3399859"/>
            <a:ext cx="116611" cy="105170"/>
          </a:xfrm>
          <a:custGeom>
            <a:avLst/>
            <a:gdLst>
              <a:gd name="T0" fmla="*/ 7830 w 8541"/>
              <a:gd name="T1" fmla="*/ 7703 h 7703"/>
              <a:gd name="T2" fmla="*/ 0 w 8541"/>
              <a:gd name="T3" fmla="*/ 7703 h 7703"/>
              <a:gd name="T4" fmla="*/ 0 w 8541"/>
              <a:gd name="T5" fmla="*/ 0 h 7703"/>
              <a:gd name="T6" fmla="*/ 632 w 8541"/>
              <a:gd name="T7" fmla="*/ 0 h 7703"/>
              <a:gd name="T8" fmla="*/ 632 w 8541"/>
              <a:gd name="T9" fmla="*/ 4272 h 7703"/>
              <a:gd name="T10" fmla="*/ 4513 w 8541"/>
              <a:gd name="T11" fmla="*/ 1449 h 7703"/>
              <a:gd name="T12" fmla="*/ 5841 w 8541"/>
              <a:gd name="T13" fmla="*/ 2017 h 7703"/>
              <a:gd name="T14" fmla="*/ 7667 w 8541"/>
              <a:gd name="T15" fmla="*/ 357 h 7703"/>
              <a:gd name="T16" fmla="*/ 7305 w 8541"/>
              <a:gd name="T17" fmla="*/ 0 h 7703"/>
              <a:gd name="T18" fmla="*/ 8541 w 8541"/>
              <a:gd name="T19" fmla="*/ 0 h 7703"/>
              <a:gd name="T20" fmla="*/ 8541 w 8541"/>
              <a:gd name="T21" fmla="*/ 1235 h 7703"/>
              <a:gd name="T22" fmla="*/ 8116 w 8541"/>
              <a:gd name="T23" fmla="*/ 806 h 7703"/>
              <a:gd name="T24" fmla="*/ 5965 w 8541"/>
              <a:gd name="T25" fmla="*/ 2756 h 7703"/>
              <a:gd name="T26" fmla="*/ 4593 w 8541"/>
              <a:gd name="T27" fmla="*/ 2172 h 7703"/>
              <a:gd name="T28" fmla="*/ 632 w 8541"/>
              <a:gd name="T29" fmla="*/ 5054 h 7703"/>
              <a:gd name="T30" fmla="*/ 632 w 8541"/>
              <a:gd name="T31" fmla="*/ 7072 h 7703"/>
              <a:gd name="T32" fmla="*/ 1348 w 8541"/>
              <a:gd name="T33" fmla="*/ 7072 h 7703"/>
              <a:gd name="T34" fmla="*/ 1348 w 8541"/>
              <a:gd name="T35" fmla="*/ 5289 h 7703"/>
              <a:gd name="T36" fmla="*/ 1980 w 8541"/>
              <a:gd name="T37" fmla="*/ 5289 h 7703"/>
              <a:gd name="T38" fmla="*/ 1980 w 8541"/>
              <a:gd name="T39" fmla="*/ 7072 h 7703"/>
              <a:gd name="T40" fmla="*/ 2517 w 8541"/>
              <a:gd name="T41" fmla="*/ 7072 h 7703"/>
              <a:gd name="T42" fmla="*/ 2517 w 8541"/>
              <a:gd name="T43" fmla="*/ 4558 h 7703"/>
              <a:gd name="T44" fmla="*/ 3149 w 8541"/>
              <a:gd name="T45" fmla="*/ 4558 h 7703"/>
              <a:gd name="T46" fmla="*/ 3149 w 8541"/>
              <a:gd name="T47" fmla="*/ 7072 h 7703"/>
              <a:gd name="T48" fmla="*/ 3686 w 8541"/>
              <a:gd name="T49" fmla="*/ 7072 h 7703"/>
              <a:gd name="T50" fmla="*/ 3686 w 8541"/>
              <a:gd name="T51" fmla="*/ 3824 h 7703"/>
              <a:gd name="T52" fmla="*/ 4318 w 8541"/>
              <a:gd name="T53" fmla="*/ 3824 h 7703"/>
              <a:gd name="T54" fmla="*/ 4318 w 8541"/>
              <a:gd name="T55" fmla="*/ 7072 h 7703"/>
              <a:gd name="T56" fmla="*/ 4855 w 8541"/>
              <a:gd name="T57" fmla="*/ 7072 h 7703"/>
              <a:gd name="T58" fmla="*/ 4855 w 8541"/>
              <a:gd name="T59" fmla="*/ 3458 h 7703"/>
              <a:gd name="T60" fmla="*/ 5491 w 8541"/>
              <a:gd name="T61" fmla="*/ 3458 h 7703"/>
              <a:gd name="T62" fmla="*/ 5491 w 8541"/>
              <a:gd name="T63" fmla="*/ 7072 h 7703"/>
              <a:gd name="T64" fmla="*/ 6028 w 8541"/>
              <a:gd name="T65" fmla="*/ 7072 h 7703"/>
              <a:gd name="T66" fmla="*/ 6028 w 8541"/>
              <a:gd name="T67" fmla="*/ 4193 h 7703"/>
              <a:gd name="T68" fmla="*/ 6660 w 8541"/>
              <a:gd name="T69" fmla="*/ 4193 h 7703"/>
              <a:gd name="T70" fmla="*/ 6660 w 8541"/>
              <a:gd name="T71" fmla="*/ 7072 h 7703"/>
              <a:gd name="T72" fmla="*/ 7197 w 8541"/>
              <a:gd name="T73" fmla="*/ 7072 h 7703"/>
              <a:gd name="T74" fmla="*/ 7197 w 8541"/>
              <a:gd name="T75" fmla="*/ 2728 h 7703"/>
              <a:gd name="T76" fmla="*/ 7830 w 8541"/>
              <a:gd name="T77" fmla="*/ 2728 h 7703"/>
              <a:gd name="T78" fmla="*/ 7830 w 8541"/>
              <a:gd name="T79" fmla="*/ 7703 h 7703"/>
              <a:gd name="T80" fmla="*/ 7830 w 8541"/>
              <a:gd name="T81" fmla="*/ 7703 h 7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8541" h="7703">
                <a:moveTo>
                  <a:pt x="7830" y="7703"/>
                </a:moveTo>
                <a:lnTo>
                  <a:pt x="0" y="7703"/>
                </a:lnTo>
                <a:lnTo>
                  <a:pt x="0" y="0"/>
                </a:lnTo>
                <a:lnTo>
                  <a:pt x="632" y="0"/>
                </a:lnTo>
                <a:lnTo>
                  <a:pt x="632" y="4272"/>
                </a:lnTo>
                <a:lnTo>
                  <a:pt x="4513" y="1449"/>
                </a:lnTo>
                <a:lnTo>
                  <a:pt x="5841" y="2017"/>
                </a:lnTo>
                <a:lnTo>
                  <a:pt x="7667" y="357"/>
                </a:lnTo>
                <a:lnTo>
                  <a:pt x="7305" y="0"/>
                </a:lnTo>
                <a:lnTo>
                  <a:pt x="8541" y="0"/>
                </a:lnTo>
                <a:lnTo>
                  <a:pt x="8541" y="1235"/>
                </a:lnTo>
                <a:lnTo>
                  <a:pt x="8116" y="806"/>
                </a:lnTo>
                <a:lnTo>
                  <a:pt x="5965" y="2756"/>
                </a:lnTo>
                <a:lnTo>
                  <a:pt x="4593" y="2172"/>
                </a:lnTo>
                <a:lnTo>
                  <a:pt x="632" y="5054"/>
                </a:lnTo>
                <a:lnTo>
                  <a:pt x="632" y="7072"/>
                </a:lnTo>
                <a:lnTo>
                  <a:pt x="1348" y="7072"/>
                </a:lnTo>
                <a:lnTo>
                  <a:pt x="1348" y="5289"/>
                </a:lnTo>
                <a:lnTo>
                  <a:pt x="1980" y="5289"/>
                </a:lnTo>
                <a:lnTo>
                  <a:pt x="1980" y="7072"/>
                </a:lnTo>
                <a:lnTo>
                  <a:pt x="2517" y="7072"/>
                </a:lnTo>
                <a:lnTo>
                  <a:pt x="2517" y="4558"/>
                </a:lnTo>
                <a:lnTo>
                  <a:pt x="3149" y="4558"/>
                </a:lnTo>
                <a:lnTo>
                  <a:pt x="3149" y="7072"/>
                </a:lnTo>
                <a:lnTo>
                  <a:pt x="3686" y="7072"/>
                </a:lnTo>
                <a:lnTo>
                  <a:pt x="3686" y="3824"/>
                </a:lnTo>
                <a:lnTo>
                  <a:pt x="4318" y="3824"/>
                </a:lnTo>
                <a:lnTo>
                  <a:pt x="4318" y="7072"/>
                </a:lnTo>
                <a:lnTo>
                  <a:pt x="4855" y="7072"/>
                </a:lnTo>
                <a:lnTo>
                  <a:pt x="4855" y="3458"/>
                </a:lnTo>
                <a:lnTo>
                  <a:pt x="5491" y="3458"/>
                </a:lnTo>
                <a:lnTo>
                  <a:pt x="5491" y="7072"/>
                </a:lnTo>
                <a:lnTo>
                  <a:pt x="6028" y="7072"/>
                </a:lnTo>
                <a:lnTo>
                  <a:pt x="6028" y="4193"/>
                </a:lnTo>
                <a:lnTo>
                  <a:pt x="6660" y="4193"/>
                </a:lnTo>
                <a:lnTo>
                  <a:pt x="6660" y="7072"/>
                </a:lnTo>
                <a:lnTo>
                  <a:pt x="7197" y="7072"/>
                </a:lnTo>
                <a:lnTo>
                  <a:pt x="7197" y="2728"/>
                </a:lnTo>
                <a:lnTo>
                  <a:pt x="7830" y="2728"/>
                </a:lnTo>
                <a:lnTo>
                  <a:pt x="7830" y="7703"/>
                </a:lnTo>
                <a:lnTo>
                  <a:pt x="7830" y="77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ïšḷïḓè"/>
          <p:cNvSpPr/>
          <p:nvPr/>
        </p:nvSpPr>
        <p:spPr>
          <a:xfrm>
            <a:off x="671412" y="4693456"/>
            <a:ext cx="252000" cy="252000"/>
          </a:xfrm>
          <a:prstGeom prst="rect">
            <a:avLst/>
          </a:prstGeom>
          <a:solidFill>
            <a:srgbClr val="C9A13A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6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íṩľîḓê"/>
          <p:cNvSpPr/>
          <p:nvPr/>
        </p:nvSpPr>
        <p:spPr bwMode="auto">
          <a:xfrm>
            <a:off x="739106" y="4776321"/>
            <a:ext cx="116611" cy="86270"/>
          </a:xfrm>
          <a:custGeom>
            <a:avLst/>
            <a:gdLst>
              <a:gd name="T0" fmla="*/ 278945 h 440259"/>
              <a:gd name="T1" fmla="*/ 278945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88862 h 440259"/>
              <a:gd name="T31" fmla="*/ 88862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278945 h 440259"/>
              <a:gd name="T49" fmla="*/ 278945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278945 h 440259"/>
              <a:gd name="T71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6608" h="4896">
                <a:moveTo>
                  <a:pt x="6608" y="638"/>
                </a:moveTo>
                <a:lnTo>
                  <a:pt x="6608" y="2638"/>
                </a:lnTo>
                <a:cubicBezTo>
                  <a:pt x="6608" y="2638"/>
                  <a:pt x="6180" y="2723"/>
                  <a:pt x="6092" y="2734"/>
                </a:cubicBezTo>
                <a:cubicBezTo>
                  <a:pt x="6004" y="2745"/>
                  <a:pt x="5728" y="2834"/>
                  <a:pt x="5528" y="2642"/>
                </a:cubicBezTo>
                <a:cubicBezTo>
                  <a:pt x="5219" y="2346"/>
                  <a:pt x="4122" y="1254"/>
                  <a:pt x="4122" y="1254"/>
                </a:cubicBezTo>
                <a:cubicBezTo>
                  <a:pt x="4122" y="1254"/>
                  <a:pt x="3932" y="1069"/>
                  <a:pt x="3629" y="1229"/>
                </a:cubicBezTo>
                <a:cubicBezTo>
                  <a:pt x="3350" y="1376"/>
                  <a:pt x="2936" y="1592"/>
                  <a:pt x="2764" y="1675"/>
                </a:cubicBezTo>
                <a:cubicBezTo>
                  <a:pt x="2437" y="1849"/>
                  <a:pt x="2167" y="1574"/>
                  <a:pt x="2167" y="1364"/>
                </a:cubicBezTo>
                <a:cubicBezTo>
                  <a:pt x="2167" y="1201"/>
                  <a:pt x="2269" y="1090"/>
                  <a:pt x="2414" y="1009"/>
                </a:cubicBezTo>
                <a:cubicBezTo>
                  <a:pt x="2808" y="770"/>
                  <a:pt x="3637" y="305"/>
                  <a:pt x="3983" y="121"/>
                </a:cubicBezTo>
                <a:cubicBezTo>
                  <a:pt x="4193" y="9"/>
                  <a:pt x="4344" y="0"/>
                  <a:pt x="4633" y="243"/>
                </a:cubicBezTo>
                <a:cubicBezTo>
                  <a:pt x="4988" y="541"/>
                  <a:pt x="5304" y="814"/>
                  <a:pt x="5304" y="814"/>
                </a:cubicBezTo>
                <a:cubicBezTo>
                  <a:pt x="5304" y="814"/>
                  <a:pt x="5407" y="900"/>
                  <a:pt x="5571" y="865"/>
                </a:cubicBezTo>
                <a:cubicBezTo>
                  <a:pt x="5975" y="780"/>
                  <a:pt x="6608" y="638"/>
                  <a:pt x="6608" y="638"/>
                </a:cubicBezTo>
                <a:close/>
                <a:moveTo>
                  <a:pt x="2241" y="4027"/>
                </a:moveTo>
                <a:cubicBezTo>
                  <a:pt x="2294" y="3891"/>
                  <a:pt x="2277" y="3738"/>
                  <a:pt x="2175" y="3633"/>
                </a:cubicBezTo>
                <a:cubicBezTo>
                  <a:pt x="2083" y="3540"/>
                  <a:pt x="1950" y="3515"/>
                  <a:pt x="1822" y="3544"/>
                </a:cubicBezTo>
                <a:cubicBezTo>
                  <a:pt x="1858" y="3418"/>
                  <a:pt x="1838" y="3283"/>
                  <a:pt x="1746" y="3188"/>
                </a:cubicBezTo>
                <a:cubicBezTo>
                  <a:pt x="1654" y="3095"/>
                  <a:pt x="1521" y="3070"/>
                  <a:pt x="1394" y="3099"/>
                </a:cubicBezTo>
                <a:cubicBezTo>
                  <a:pt x="1429" y="2973"/>
                  <a:pt x="1409" y="2838"/>
                  <a:pt x="1317" y="2744"/>
                </a:cubicBezTo>
                <a:cubicBezTo>
                  <a:pt x="1173" y="2596"/>
                  <a:pt x="924" y="2602"/>
                  <a:pt x="760" y="2758"/>
                </a:cubicBezTo>
                <a:cubicBezTo>
                  <a:pt x="597" y="2915"/>
                  <a:pt x="492" y="3198"/>
                  <a:pt x="638" y="3365"/>
                </a:cubicBezTo>
                <a:cubicBezTo>
                  <a:pt x="783" y="3531"/>
                  <a:pt x="950" y="3430"/>
                  <a:pt x="1077" y="3401"/>
                </a:cubicBezTo>
                <a:cubicBezTo>
                  <a:pt x="1042" y="3527"/>
                  <a:pt x="936" y="3645"/>
                  <a:pt x="1066" y="3810"/>
                </a:cubicBezTo>
                <a:cubicBezTo>
                  <a:pt x="1197" y="3975"/>
                  <a:pt x="1378" y="3875"/>
                  <a:pt x="1506" y="3846"/>
                </a:cubicBezTo>
                <a:cubicBezTo>
                  <a:pt x="1470" y="3972"/>
                  <a:pt x="1369" y="4101"/>
                  <a:pt x="1494" y="4254"/>
                </a:cubicBezTo>
                <a:cubicBezTo>
                  <a:pt x="1621" y="4408"/>
                  <a:pt x="1829" y="4326"/>
                  <a:pt x="1966" y="4283"/>
                </a:cubicBezTo>
                <a:cubicBezTo>
                  <a:pt x="1913" y="4419"/>
                  <a:pt x="1799" y="4566"/>
                  <a:pt x="1945" y="4730"/>
                </a:cubicBezTo>
                <a:cubicBezTo>
                  <a:pt x="2090" y="4896"/>
                  <a:pt x="2426" y="4819"/>
                  <a:pt x="2590" y="4663"/>
                </a:cubicBezTo>
                <a:cubicBezTo>
                  <a:pt x="2753" y="4506"/>
                  <a:pt x="2769" y="4258"/>
                  <a:pt x="2625" y="4110"/>
                </a:cubicBezTo>
                <a:cubicBezTo>
                  <a:pt x="2526" y="4008"/>
                  <a:pt x="2378" y="3985"/>
                  <a:pt x="2241" y="4027"/>
                </a:cubicBezTo>
                <a:close/>
                <a:moveTo>
                  <a:pt x="5233" y="2987"/>
                </a:moveTo>
                <a:cubicBezTo>
                  <a:pt x="4047" y="1802"/>
                  <a:pt x="4605" y="2359"/>
                  <a:pt x="3967" y="1720"/>
                </a:cubicBezTo>
                <a:cubicBezTo>
                  <a:pt x="3967" y="1720"/>
                  <a:pt x="3775" y="1529"/>
                  <a:pt x="3523" y="1640"/>
                </a:cubicBezTo>
                <a:cubicBezTo>
                  <a:pt x="3346" y="1718"/>
                  <a:pt x="3117" y="1824"/>
                  <a:pt x="2945" y="1905"/>
                </a:cubicBezTo>
                <a:cubicBezTo>
                  <a:pt x="2757" y="2004"/>
                  <a:pt x="2621" y="2034"/>
                  <a:pt x="2557" y="2034"/>
                </a:cubicBezTo>
                <a:cubicBezTo>
                  <a:pt x="2192" y="2031"/>
                  <a:pt x="1896" y="1738"/>
                  <a:pt x="1896" y="1373"/>
                </a:cubicBezTo>
                <a:cubicBezTo>
                  <a:pt x="1896" y="1137"/>
                  <a:pt x="2022" y="931"/>
                  <a:pt x="2209" y="814"/>
                </a:cubicBezTo>
                <a:cubicBezTo>
                  <a:pt x="2472" y="632"/>
                  <a:pt x="3078" y="310"/>
                  <a:pt x="3078" y="310"/>
                </a:cubicBezTo>
                <a:cubicBezTo>
                  <a:pt x="3078" y="310"/>
                  <a:pt x="2894" y="76"/>
                  <a:pt x="2489" y="76"/>
                </a:cubicBezTo>
                <a:cubicBezTo>
                  <a:pt x="2085" y="76"/>
                  <a:pt x="1240" y="629"/>
                  <a:pt x="1240" y="629"/>
                </a:cubicBezTo>
                <a:cubicBezTo>
                  <a:pt x="1240" y="629"/>
                  <a:pt x="1000" y="783"/>
                  <a:pt x="659" y="644"/>
                </a:cubicBezTo>
                <a:lnTo>
                  <a:pt x="0" y="415"/>
                </a:lnTo>
                <a:lnTo>
                  <a:pt x="0" y="2704"/>
                </a:lnTo>
                <a:cubicBezTo>
                  <a:pt x="0" y="2704"/>
                  <a:pt x="188" y="2758"/>
                  <a:pt x="357" y="2827"/>
                </a:cubicBezTo>
                <a:cubicBezTo>
                  <a:pt x="395" y="2719"/>
                  <a:pt x="457" y="2618"/>
                  <a:pt x="542" y="2535"/>
                </a:cubicBezTo>
                <a:cubicBezTo>
                  <a:pt x="822" y="2268"/>
                  <a:pt x="1287" y="2265"/>
                  <a:pt x="1542" y="2528"/>
                </a:cubicBezTo>
                <a:cubicBezTo>
                  <a:pt x="1619" y="2608"/>
                  <a:pt x="1673" y="2703"/>
                  <a:pt x="1700" y="2808"/>
                </a:cubicBezTo>
                <a:cubicBezTo>
                  <a:pt x="1803" y="2840"/>
                  <a:pt x="1896" y="2896"/>
                  <a:pt x="1971" y="2973"/>
                </a:cubicBezTo>
                <a:cubicBezTo>
                  <a:pt x="2048" y="3053"/>
                  <a:pt x="2101" y="3148"/>
                  <a:pt x="2129" y="3253"/>
                </a:cubicBezTo>
                <a:cubicBezTo>
                  <a:pt x="2231" y="3285"/>
                  <a:pt x="2324" y="3341"/>
                  <a:pt x="2399" y="3418"/>
                </a:cubicBezTo>
                <a:cubicBezTo>
                  <a:pt x="2484" y="3505"/>
                  <a:pt x="2540" y="3611"/>
                  <a:pt x="2566" y="3725"/>
                </a:cubicBezTo>
                <a:cubicBezTo>
                  <a:pt x="2674" y="3756"/>
                  <a:pt x="2771" y="3814"/>
                  <a:pt x="2849" y="3894"/>
                </a:cubicBezTo>
                <a:cubicBezTo>
                  <a:pt x="3002" y="4051"/>
                  <a:pt x="3056" y="4265"/>
                  <a:pt x="3023" y="4471"/>
                </a:cubicBezTo>
                <a:cubicBezTo>
                  <a:pt x="3024" y="4471"/>
                  <a:pt x="3024" y="4471"/>
                  <a:pt x="3024" y="4472"/>
                </a:cubicBezTo>
                <a:cubicBezTo>
                  <a:pt x="3027" y="4475"/>
                  <a:pt x="3119" y="4578"/>
                  <a:pt x="3177" y="4636"/>
                </a:cubicBezTo>
                <a:cubicBezTo>
                  <a:pt x="3290" y="4749"/>
                  <a:pt x="3475" y="4749"/>
                  <a:pt x="3588" y="4636"/>
                </a:cubicBezTo>
                <a:cubicBezTo>
                  <a:pt x="3700" y="4523"/>
                  <a:pt x="3701" y="4339"/>
                  <a:pt x="3588" y="4225"/>
                </a:cubicBezTo>
                <a:cubicBezTo>
                  <a:pt x="3584" y="4221"/>
                  <a:pt x="3180" y="3799"/>
                  <a:pt x="3213" y="3766"/>
                </a:cubicBezTo>
                <a:cubicBezTo>
                  <a:pt x="3245" y="3734"/>
                  <a:pt x="3759" y="4269"/>
                  <a:pt x="3769" y="4279"/>
                </a:cubicBezTo>
                <a:cubicBezTo>
                  <a:pt x="3882" y="4391"/>
                  <a:pt x="4066" y="4391"/>
                  <a:pt x="4179" y="4279"/>
                </a:cubicBezTo>
                <a:cubicBezTo>
                  <a:pt x="4292" y="4166"/>
                  <a:pt x="4292" y="3981"/>
                  <a:pt x="4179" y="3868"/>
                </a:cubicBezTo>
                <a:cubicBezTo>
                  <a:pt x="4174" y="3863"/>
                  <a:pt x="4151" y="3841"/>
                  <a:pt x="4142" y="3832"/>
                </a:cubicBezTo>
                <a:cubicBezTo>
                  <a:pt x="4142" y="3832"/>
                  <a:pt x="3632" y="3378"/>
                  <a:pt x="3671" y="3339"/>
                </a:cubicBezTo>
                <a:cubicBezTo>
                  <a:pt x="3710" y="3300"/>
                  <a:pt x="4343" y="3891"/>
                  <a:pt x="4345" y="3891"/>
                </a:cubicBezTo>
                <a:cubicBezTo>
                  <a:pt x="4458" y="3993"/>
                  <a:pt x="4634" y="3992"/>
                  <a:pt x="4743" y="3883"/>
                </a:cubicBezTo>
                <a:cubicBezTo>
                  <a:pt x="4850" y="3776"/>
                  <a:pt x="4852" y="3608"/>
                  <a:pt x="4758" y="3494"/>
                </a:cubicBezTo>
                <a:cubicBezTo>
                  <a:pt x="4756" y="3488"/>
                  <a:pt x="4275" y="2986"/>
                  <a:pt x="4312" y="2948"/>
                </a:cubicBezTo>
                <a:cubicBezTo>
                  <a:pt x="4351" y="2910"/>
                  <a:pt x="4826" y="3400"/>
                  <a:pt x="4827" y="3401"/>
                </a:cubicBezTo>
                <a:cubicBezTo>
                  <a:pt x="4940" y="3513"/>
                  <a:pt x="5124" y="3513"/>
                  <a:pt x="5238" y="3401"/>
                </a:cubicBezTo>
                <a:cubicBezTo>
                  <a:pt x="5350" y="3288"/>
                  <a:pt x="5350" y="3103"/>
                  <a:pt x="5238" y="2990"/>
                </a:cubicBezTo>
                <a:cubicBezTo>
                  <a:pt x="5236" y="2989"/>
                  <a:pt x="5234" y="2988"/>
                  <a:pt x="5233" y="29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2" name="Group 46"/>
          <p:cNvGrpSpPr>
            <a:grpSpLocks/>
          </p:cNvGrpSpPr>
          <p:nvPr/>
        </p:nvGrpSpPr>
        <p:grpSpPr bwMode="auto">
          <a:xfrm>
            <a:off x="5703890" y="2093135"/>
            <a:ext cx="490268" cy="3120291"/>
            <a:chOff x="951571" y="1657350"/>
            <a:chExt cx="202844" cy="1676400"/>
          </a:xfrm>
        </p:grpSpPr>
        <p:cxnSp>
          <p:nvCxnSpPr>
            <p:cNvPr id="33" name="Straight Connector 62"/>
            <p:cNvCxnSpPr/>
            <p:nvPr/>
          </p:nvCxnSpPr>
          <p:spPr>
            <a:xfrm flipV="1">
              <a:off x="1053228" y="1656587"/>
              <a:ext cx="0" cy="167866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  <a:prstDash val="sysDot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ounded Rectangle 63"/>
            <p:cNvSpPr/>
            <p:nvPr/>
          </p:nvSpPr>
          <p:spPr>
            <a:xfrm>
              <a:off x="951795" y="2626231"/>
              <a:ext cx="202866" cy="62214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/>
              <a:endParaRPr lang="zh-CN" altLang="zh-CN" sz="40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5" name="Group 47"/>
          <p:cNvGrpSpPr>
            <a:grpSpLocks/>
          </p:cNvGrpSpPr>
          <p:nvPr/>
        </p:nvGrpSpPr>
        <p:grpSpPr bwMode="auto">
          <a:xfrm>
            <a:off x="6634955" y="2093135"/>
            <a:ext cx="490268" cy="3120291"/>
            <a:chOff x="1346378" y="1657350"/>
            <a:chExt cx="202844" cy="1676400"/>
          </a:xfrm>
        </p:grpSpPr>
        <p:cxnSp>
          <p:nvCxnSpPr>
            <p:cNvPr id="36" name="Straight Connector 60"/>
            <p:cNvCxnSpPr/>
            <p:nvPr/>
          </p:nvCxnSpPr>
          <p:spPr>
            <a:xfrm flipV="1">
              <a:off x="1449123" y="1656587"/>
              <a:ext cx="0" cy="167866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  <a:prstDash val="sysDot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ounded Rectangle 61"/>
            <p:cNvSpPr/>
            <p:nvPr/>
          </p:nvSpPr>
          <p:spPr>
            <a:xfrm>
              <a:off x="1347690" y="1824734"/>
              <a:ext cx="202866" cy="1387206"/>
            </a:xfrm>
            <a:prstGeom prst="roundRect">
              <a:avLst/>
            </a:prstGeom>
            <a:solidFill>
              <a:srgbClr val="C9A1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/>
              <a:endParaRPr lang="zh-CN" altLang="zh-CN" sz="40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8" name="Group 48"/>
          <p:cNvGrpSpPr>
            <a:grpSpLocks/>
          </p:cNvGrpSpPr>
          <p:nvPr/>
        </p:nvGrpSpPr>
        <p:grpSpPr bwMode="auto">
          <a:xfrm>
            <a:off x="7566019" y="2093135"/>
            <a:ext cx="490268" cy="3120291"/>
            <a:chOff x="1695492" y="1657350"/>
            <a:chExt cx="202844" cy="1676400"/>
          </a:xfrm>
        </p:grpSpPr>
        <p:cxnSp>
          <p:nvCxnSpPr>
            <p:cNvPr id="39" name="Straight Connector 58"/>
            <p:cNvCxnSpPr/>
            <p:nvPr/>
          </p:nvCxnSpPr>
          <p:spPr>
            <a:xfrm flipV="1">
              <a:off x="1797169" y="1656587"/>
              <a:ext cx="0" cy="167866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  <a:prstDash val="sysDot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ounded Rectangle 59"/>
            <p:cNvSpPr/>
            <p:nvPr/>
          </p:nvSpPr>
          <p:spPr>
            <a:xfrm>
              <a:off x="1695735" y="2189051"/>
              <a:ext cx="202866" cy="103970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/>
              <a:endParaRPr lang="zh-CN" altLang="zh-CN" sz="40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1" name="Group 49"/>
          <p:cNvGrpSpPr>
            <a:grpSpLocks/>
          </p:cNvGrpSpPr>
          <p:nvPr/>
        </p:nvGrpSpPr>
        <p:grpSpPr bwMode="auto">
          <a:xfrm>
            <a:off x="8497083" y="2093135"/>
            <a:ext cx="490268" cy="3120291"/>
            <a:chOff x="2090299" y="1657350"/>
            <a:chExt cx="202844" cy="1676400"/>
          </a:xfrm>
        </p:grpSpPr>
        <p:cxnSp>
          <p:nvCxnSpPr>
            <p:cNvPr id="42" name="Straight Connector 56"/>
            <p:cNvCxnSpPr/>
            <p:nvPr/>
          </p:nvCxnSpPr>
          <p:spPr>
            <a:xfrm flipV="1">
              <a:off x="2193065" y="1656587"/>
              <a:ext cx="0" cy="167866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  <a:prstDash val="sysDot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57"/>
            <p:cNvSpPr/>
            <p:nvPr/>
          </p:nvSpPr>
          <p:spPr>
            <a:xfrm>
              <a:off x="2091633" y="2334777"/>
              <a:ext cx="202866" cy="902385"/>
            </a:xfrm>
            <a:prstGeom prst="roundRect">
              <a:avLst/>
            </a:prstGeom>
            <a:solidFill>
              <a:srgbClr val="C9A1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/>
              <a:endParaRPr lang="zh-CN" altLang="zh-CN" sz="40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Group 50"/>
          <p:cNvGrpSpPr>
            <a:grpSpLocks/>
          </p:cNvGrpSpPr>
          <p:nvPr/>
        </p:nvGrpSpPr>
        <p:grpSpPr bwMode="auto">
          <a:xfrm>
            <a:off x="9428149" y="2093135"/>
            <a:ext cx="490268" cy="3120291"/>
            <a:chOff x="2482864" y="1657350"/>
            <a:chExt cx="202844" cy="1676400"/>
          </a:xfrm>
        </p:grpSpPr>
        <p:cxnSp>
          <p:nvCxnSpPr>
            <p:cNvPr id="45" name="Straight Connector 54"/>
            <p:cNvCxnSpPr/>
            <p:nvPr/>
          </p:nvCxnSpPr>
          <p:spPr>
            <a:xfrm flipV="1">
              <a:off x="2584560" y="1656587"/>
              <a:ext cx="0" cy="167866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  <a:prstDash val="sysDot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ounded Rectangle 55"/>
            <p:cNvSpPr/>
            <p:nvPr/>
          </p:nvSpPr>
          <p:spPr>
            <a:xfrm>
              <a:off x="2483128" y="2116187"/>
              <a:ext cx="202866" cy="110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/>
              <a:endParaRPr lang="zh-CN" altLang="zh-CN" sz="40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Group 51"/>
          <p:cNvGrpSpPr>
            <a:grpSpLocks/>
          </p:cNvGrpSpPr>
          <p:nvPr/>
        </p:nvGrpSpPr>
        <p:grpSpPr bwMode="auto">
          <a:xfrm>
            <a:off x="10359214" y="2093135"/>
            <a:ext cx="490268" cy="3120291"/>
            <a:chOff x="2877671" y="1657350"/>
            <a:chExt cx="202844" cy="1676400"/>
          </a:xfrm>
        </p:grpSpPr>
        <p:cxnSp>
          <p:nvCxnSpPr>
            <p:cNvPr id="48" name="Straight Connector 52"/>
            <p:cNvCxnSpPr/>
            <p:nvPr/>
          </p:nvCxnSpPr>
          <p:spPr>
            <a:xfrm flipV="1">
              <a:off x="2980457" y="1656587"/>
              <a:ext cx="0" cy="167866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  <a:prstDash val="sysDot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53"/>
            <p:cNvSpPr/>
            <p:nvPr/>
          </p:nvSpPr>
          <p:spPr>
            <a:xfrm>
              <a:off x="2879024" y="1970460"/>
              <a:ext cx="202866" cy="1247084"/>
            </a:xfrm>
            <a:prstGeom prst="roundRect">
              <a:avLst/>
            </a:prstGeom>
            <a:solidFill>
              <a:srgbClr val="C9A1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/>
              <a:endParaRPr lang="zh-CN" altLang="zh-CN" sz="40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5130649" y="5226644"/>
            <a:ext cx="6379395" cy="491383"/>
            <a:chOff x="872319" y="7622976"/>
            <a:chExt cx="6379394" cy="491383"/>
          </a:xfrm>
        </p:grpSpPr>
        <p:cxnSp>
          <p:nvCxnSpPr>
            <p:cNvPr id="51" name="Straight Connector 45"/>
            <p:cNvCxnSpPr/>
            <p:nvPr/>
          </p:nvCxnSpPr>
          <p:spPr bwMode="auto">
            <a:xfrm>
              <a:off x="872319" y="7622976"/>
              <a:ext cx="6379394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1436"/>
            <p:cNvSpPr>
              <a:spLocks noChangeArrowheads="1"/>
            </p:cNvSpPr>
            <p:nvPr/>
          </p:nvSpPr>
          <p:spPr bwMode="auto">
            <a:xfrm>
              <a:off x="1556991" y="7868138"/>
              <a:ext cx="23724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id-ID" sz="16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25</a:t>
              </a:r>
              <a:endParaRPr lang="en-US" altLang="zh-CN" sz="4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Rectangle 1436"/>
            <p:cNvSpPr>
              <a:spLocks noChangeArrowheads="1"/>
            </p:cNvSpPr>
            <p:nvPr/>
          </p:nvSpPr>
          <p:spPr bwMode="auto">
            <a:xfrm>
              <a:off x="2514163" y="7868138"/>
              <a:ext cx="23724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altLang="zh-CN" sz="16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97</a:t>
              </a:r>
              <a:endParaRPr lang="en-US" altLang="zh-CN" sz="4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Rectangle 1436"/>
            <p:cNvSpPr>
              <a:spLocks noChangeArrowheads="1"/>
            </p:cNvSpPr>
            <p:nvPr/>
          </p:nvSpPr>
          <p:spPr bwMode="auto">
            <a:xfrm>
              <a:off x="3450465" y="7868138"/>
              <a:ext cx="23724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altLang="zh-CN" sz="16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80</a:t>
              </a:r>
              <a:endParaRPr lang="en-US" altLang="zh-CN" sz="4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Rectangle 1436"/>
            <p:cNvSpPr>
              <a:spLocks noChangeArrowheads="1"/>
            </p:cNvSpPr>
            <p:nvPr/>
          </p:nvSpPr>
          <p:spPr bwMode="auto">
            <a:xfrm>
              <a:off x="4386771" y="7868138"/>
              <a:ext cx="23724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altLang="zh-CN" sz="16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63</a:t>
              </a:r>
              <a:endParaRPr lang="en-US" altLang="zh-CN" sz="4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Rectangle 1436"/>
            <p:cNvSpPr>
              <a:spLocks noChangeArrowheads="1"/>
            </p:cNvSpPr>
            <p:nvPr/>
          </p:nvSpPr>
          <p:spPr bwMode="auto">
            <a:xfrm>
              <a:off x="5323077" y="7868138"/>
              <a:ext cx="23724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altLang="zh-CN" sz="16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82</a:t>
              </a:r>
              <a:endParaRPr lang="en-US" altLang="zh-CN" sz="4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Rectangle 1436"/>
            <p:cNvSpPr>
              <a:spLocks noChangeArrowheads="1"/>
            </p:cNvSpPr>
            <p:nvPr/>
          </p:nvSpPr>
          <p:spPr bwMode="auto">
            <a:xfrm>
              <a:off x="6288073" y="7868138"/>
              <a:ext cx="23724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altLang="zh-CN" sz="16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90</a:t>
              </a:r>
              <a:endParaRPr lang="en-US" altLang="zh-CN" sz="4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9609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9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085D5DF-388D-CE2B-05C7-5809D079F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7DF963-B5DB-8260-A2F3-20F68A457E3D}"/>
              </a:ext>
            </a:extLst>
          </p:cNvPr>
          <p:cNvSpPr txBox="1"/>
          <p:nvPr/>
        </p:nvSpPr>
        <p:spPr>
          <a:xfrm>
            <a:off x="1786252" y="2937476"/>
            <a:ext cx="45961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市场分析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F871570-D0D6-5563-4111-2FAB1BE10A8F}"/>
              </a:ext>
            </a:extLst>
          </p:cNvPr>
          <p:cNvSpPr/>
          <p:nvPr/>
        </p:nvSpPr>
        <p:spPr>
          <a:xfrm>
            <a:off x="3229185" y="2357826"/>
            <a:ext cx="1449141" cy="3529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151F21-6A44-F00A-29C8-37C006645C56}"/>
              </a:ext>
            </a:extLst>
          </p:cNvPr>
          <p:cNvSpPr txBox="1"/>
          <p:nvPr/>
        </p:nvSpPr>
        <p:spPr>
          <a:xfrm>
            <a:off x="3469488" y="2365009"/>
            <a:ext cx="9685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PART 02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1FF0EC-9853-45C9-4463-53CE6A91FCBB}"/>
              </a:ext>
            </a:extLst>
          </p:cNvPr>
          <p:cNvSpPr txBox="1"/>
          <p:nvPr/>
        </p:nvSpPr>
        <p:spPr>
          <a:xfrm>
            <a:off x="1446049" y="4367629"/>
            <a:ext cx="52765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Lorem ipsum dolor sit amet, consectetuer adipiscing elit. Maecenas porttitor congue massa. Fusce posuere, magna sed pulvinar </a:t>
            </a:r>
            <a:r>
              <a:rPr lang="en-US" altLang="zh-CN" sz="10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ultricies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29810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0" y="-48126"/>
            <a:ext cx="12249391" cy="6906126"/>
            <a:chOff x="0" y="-48126"/>
            <a:chExt cx="12249390" cy="690612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085D5DF-388D-CE2B-05C7-5809D079F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48126"/>
              <a:ext cx="6124695" cy="690612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085D5DF-388D-CE2B-05C7-5809D079F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6124695" y="-48126"/>
              <a:ext cx="6124695" cy="6906126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662BA2D-98C3-437D-948F-0A248345C29B}"/>
              </a:ext>
            </a:extLst>
          </p:cNvPr>
          <p:cNvSpPr txBox="1"/>
          <p:nvPr/>
        </p:nvSpPr>
        <p:spPr>
          <a:xfrm>
            <a:off x="3943810" y="584739"/>
            <a:ext cx="4304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  <a:cs typeface="+mn-ea"/>
                <a:sym typeface="+mn-lt"/>
              </a:rPr>
              <a:t>市场分析</a:t>
            </a:r>
          </a:p>
        </p:txBody>
      </p:sp>
      <p:sp>
        <p:nvSpPr>
          <p:cNvPr id="20" name="矩形: 圆角 9">
            <a:extLst>
              <a:ext uri="{FF2B5EF4-FFF2-40B4-BE49-F238E27FC236}">
                <a16:creationId xmlns:a16="http://schemas.microsoft.com/office/drawing/2014/main" id="{AF871570-D0D6-5563-4111-2FAB1BE10A8F}"/>
              </a:ext>
            </a:extLst>
          </p:cNvPr>
          <p:cNvSpPr/>
          <p:nvPr/>
        </p:nvSpPr>
        <p:spPr>
          <a:xfrm>
            <a:off x="5026652" y="599395"/>
            <a:ext cx="2138696" cy="405052"/>
          </a:xfrm>
          <a:prstGeom prst="roundRect">
            <a:avLst>
              <a:gd name="adj" fmla="val 50000"/>
            </a:avLst>
          </a:prstGeom>
          <a:noFill/>
          <a:ln>
            <a:solidFill>
              <a:srgbClr val="C9A1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03264" y="2017826"/>
            <a:ext cx="2415359" cy="1643037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88891" y="2017826"/>
            <a:ext cx="2415359" cy="1643037"/>
          </a:xfrm>
          <a:prstGeom prst="rect">
            <a:avLst/>
          </a:prstGeom>
          <a:solidFill>
            <a:srgbClr val="C9A1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03264" y="3850926"/>
            <a:ext cx="2415359" cy="16430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88891" y="3850926"/>
            <a:ext cx="2415359" cy="1643037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04133" y="4071304"/>
            <a:ext cx="2346573" cy="1258313"/>
            <a:chOff x="1404013" y="2415593"/>
            <a:chExt cx="2346573" cy="1258313"/>
          </a:xfrm>
        </p:grpSpPr>
        <p:sp>
          <p:nvSpPr>
            <p:cNvPr id="15" name="矩形 14"/>
            <p:cNvSpPr/>
            <p:nvPr/>
          </p:nvSpPr>
          <p:spPr>
            <a:xfrm>
              <a:off x="1802253" y="2526766"/>
              <a:ext cx="1695689" cy="3693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b="1" dirty="0" smtClean="0">
                  <a:solidFill>
                    <a:schemeClr val="bg1"/>
                  </a:solidFill>
                  <a:cs typeface="+mn-ea"/>
                  <a:sym typeface="+mn-lt"/>
                </a:rPr>
                <a:t>前期调研分析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404013" y="2415593"/>
              <a:ext cx="382587" cy="3825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燕尾形 16"/>
            <p:cNvSpPr/>
            <p:nvPr/>
          </p:nvSpPr>
          <p:spPr>
            <a:xfrm>
              <a:off x="1542221" y="2511741"/>
              <a:ext cx="134524" cy="190290"/>
            </a:xfrm>
            <a:prstGeom prst="chevron">
              <a:avLst>
                <a:gd name="adj" fmla="val 5724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802253" y="2946784"/>
              <a:ext cx="1948333" cy="72712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点此输入内容或者复制您的内容在这里，通过复制您的文本后点此输入内容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409268" y="2295575"/>
            <a:ext cx="2346573" cy="1258313"/>
            <a:chOff x="1404013" y="2415593"/>
            <a:chExt cx="2346573" cy="1258313"/>
          </a:xfrm>
        </p:grpSpPr>
        <p:sp>
          <p:nvSpPr>
            <p:cNvPr id="22" name="矩形 21"/>
            <p:cNvSpPr/>
            <p:nvPr/>
          </p:nvSpPr>
          <p:spPr>
            <a:xfrm>
              <a:off x="1802253" y="2515437"/>
              <a:ext cx="1695689" cy="36933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前期调研分析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404013" y="2415593"/>
              <a:ext cx="382587" cy="3825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4" name="燕尾形 23"/>
            <p:cNvSpPr/>
            <p:nvPr/>
          </p:nvSpPr>
          <p:spPr>
            <a:xfrm>
              <a:off x="1542221" y="2511741"/>
              <a:ext cx="134524" cy="190290"/>
            </a:xfrm>
            <a:prstGeom prst="chevron">
              <a:avLst>
                <a:gd name="adj" fmla="val 57245"/>
              </a:avLst>
            </a:prstGeom>
            <a:solidFill>
              <a:srgbClr val="C9A1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802253" y="2946784"/>
              <a:ext cx="1948333" cy="72712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点此输入内容或者复制您的内容在这里，通过复制您的文本后点此输入内容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75F16F2-9EC5-4675-B199-38C37552359E}"/>
              </a:ext>
            </a:extLst>
          </p:cNvPr>
          <p:cNvSpPr txBox="1"/>
          <p:nvPr/>
        </p:nvSpPr>
        <p:spPr>
          <a:xfrm>
            <a:off x="1217686" y="3956844"/>
            <a:ext cx="2439076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200" b="1" dirty="0">
                <a:solidFill>
                  <a:schemeClr val="bg1"/>
                </a:solidFill>
                <a:cs typeface="+mn-ea"/>
                <a:sym typeface="+mn-lt"/>
              </a:rPr>
              <a:t>ENTER THE TITLE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5F16F2-9EC5-4675-B199-38C37552359E}"/>
              </a:ext>
            </a:extLst>
          </p:cNvPr>
          <p:cNvSpPr txBox="1"/>
          <p:nvPr/>
        </p:nvSpPr>
        <p:spPr>
          <a:xfrm>
            <a:off x="3820251" y="2165804"/>
            <a:ext cx="2439076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200" b="1" dirty="0">
                <a:solidFill>
                  <a:schemeClr val="bg1"/>
                </a:solidFill>
                <a:cs typeface="+mn-ea"/>
                <a:sym typeface="+mn-lt"/>
              </a:rPr>
              <a:t>ENTER THE TITLE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D4F6588-0A15-431E-9159-7F661B5438C2}"/>
              </a:ext>
            </a:extLst>
          </p:cNvPr>
          <p:cNvGrpSpPr/>
          <p:nvPr/>
        </p:nvGrpSpPr>
        <p:grpSpPr>
          <a:xfrm>
            <a:off x="5254697" y="1654728"/>
            <a:ext cx="7436415" cy="4647758"/>
            <a:chOff x="-2612571" y="1160463"/>
            <a:chExt cx="8859546" cy="5537215"/>
          </a:xfrm>
        </p:grpSpPr>
        <p:pic>
          <p:nvPicPr>
            <p:cNvPr id="29" name="Picture 45">
              <a:extLst>
                <a:ext uri="{FF2B5EF4-FFF2-40B4-BE49-F238E27FC236}">
                  <a16:creationId xmlns:a16="http://schemas.microsoft.com/office/drawing/2014/main" id="{4135E20A-014A-48E9-A6AD-B223BF02B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2612571" y="1160463"/>
              <a:ext cx="8859546" cy="5537215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A665B5CB-C2CA-49F5-9D91-1F20344C6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211603" y="1696977"/>
              <a:ext cx="6094994" cy="40633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88880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8" grpId="0" animBg="1"/>
      <p:bldP spid="9" grpId="0" animBg="1"/>
      <p:bldP spid="10" grpId="0" animBg="1"/>
      <p:bldP spid="11" grpId="0" animBg="1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085D5DF-388D-CE2B-05C7-5809D079F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7DF963-B5DB-8260-A2F3-20F68A457E3D}"/>
              </a:ext>
            </a:extLst>
          </p:cNvPr>
          <p:cNvSpPr txBox="1"/>
          <p:nvPr/>
        </p:nvSpPr>
        <p:spPr>
          <a:xfrm>
            <a:off x="1786252" y="2937476"/>
            <a:ext cx="45961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产品运营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F871570-D0D6-5563-4111-2FAB1BE10A8F}"/>
              </a:ext>
            </a:extLst>
          </p:cNvPr>
          <p:cNvSpPr/>
          <p:nvPr/>
        </p:nvSpPr>
        <p:spPr>
          <a:xfrm>
            <a:off x="3229185" y="2357826"/>
            <a:ext cx="1449141" cy="35292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151F21-6A44-F00A-29C8-37C006645C56}"/>
              </a:ext>
            </a:extLst>
          </p:cNvPr>
          <p:cNvSpPr txBox="1"/>
          <p:nvPr/>
        </p:nvSpPr>
        <p:spPr>
          <a:xfrm>
            <a:off x="3469488" y="2365009"/>
            <a:ext cx="9685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PART 03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1FF0EC-9853-45C9-4463-53CE6A91FCBB}"/>
              </a:ext>
            </a:extLst>
          </p:cNvPr>
          <p:cNvSpPr txBox="1"/>
          <p:nvPr/>
        </p:nvSpPr>
        <p:spPr>
          <a:xfrm>
            <a:off x="1446049" y="4367629"/>
            <a:ext cx="52765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Lorem ipsum dolor sit amet, consectetuer adipiscing elit. Maecenas porttitor congue massa. Fusce posuere, magna sed pulvinar </a:t>
            </a:r>
            <a:r>
              <a:rPr lang="en-US" altLang="zh-CN" sz="10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ultricies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74876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0" y="-48126"/>
            <a:ext cx="12249391" cy="6906126"/>
            <a:chOff x="0" y="-48126"/>
            <a:chExt cx="12249390" cy="690612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085D5DF-388D-CE2B-05C7-5809D079F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48126"/>
              <a:ext cx="6124695" cy="690612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085D5DF-388D-CE2B-05C7-5809D079F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6124695" y="-48126"/>
              <a:ext cx="6124695" cy="6906126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662BA2D-98C3-437D-948F-0A248345C29B}"/>
              </a:ext>
            </a:extLst>
          </p:cNvPr>
          <p:cNvSpPr txBox="1"/>
          <p:nvPr/>
        </p:nvSpPr>
        <p:spPr>
          <a:xfrm>
            <a:off x="3943810" y="584739"/>
            <a:ext cx="4304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  <a:cs typeface="+mn-ea"/>
                <a:sym typeface="+mn-lt"/>
              </a:rPr>
              <a:t>产品概述</a:t>
            </a:r>
          </a:p>
        </p:txBody>
      </p:sp>
      <p:sp>
        <p:nvSpPr>
          <p:cNvPr id="20" name="矩形: 圆角 9">
            <a:extLst>
              <a:ext uri="{FF2B5EF4-FFF2-40B4-BE49-F238E27FC236}">
                <a16:creationId xmlns:a16="http://schemas.microsoft.com/office/drawing/2014/main" id="{AF871570-D0D6-5563-4111-2FAB1BE10A8F}"/>
              </a:ext>
            </a:extLst>
          </p:cNvPr>
          <p:cNvSpPr/>
          <p:nvPr/>
        </p:nvSpPr>
        <p:spPr>
          <a:xfrm>
            <a:off x="5026652" y="599395"/>
            <a:ext cx="2138696" cy="405052"/>
          </a:xfrm>
          <a:prstGeom prst="roundRect">
            <a:avLst>
              <a:gd name="adj" fmla="val 50000"/>
            </a:avLst>
          </a:prstGeom>
          <a:noFill/>
          <a:ln>
            <a:solidFill>
              <a:srgbClr val="C9A1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9"/>
          <p:cNvSpPr/>
          <p:nvPr/>
        </p:nvSpPr>
        <p:spPr>
          <a:xfrm>
            <a:off x="2" y="4552348"/>
            <a:ext cx="12139545" cy="812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29" tIns="45565" rIns="91129" bIns="45565" anchor="ctr"/>
          <a:lstStyle/>
          <a:p>
            <a:pPr algn="ctr" defTabSz="91122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cs typeface="+mn-ea"/>
              <a:sym typeface="+mn-lt"/>
            </a:endParaRPr>
          </a:p>
        </p:txBody>
      </p:sp>
      <p:sp>
        <p:nvSpPr>
          <p:cNvPr id="9" name="Rectangle 11"/>
          <p:cNvSpPr/>
          <p:nvPr/>
        </p:nvSpPr>
        <p:spPr>
          <a:xfrm>
            <a:off x="-12633" y="4552351"/>
            <a:ext cx="12213341" cy="682783"/>
          </a:xfrm>
          <a:prstGeom prst="rect">
            <a:avLst/>
          </a:prstGeom>
          <a:solidFill>
            <a:srgbClr val="C9A1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29" tIns="45565" rIns="91129" bIns="45565" anchor="ctr"/>
          <a:lstStyle/>
          <a:p>
            <a:pPr algn="ctr" defTabSz="91122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 bwMode="auto">
          <a:xfrm>
            <a:off x="4304424" y="2316631"/>
            <a:ext cx="3518069" cy="2134094"/>
            <a:chOff x="4388285" y="2049378"/>
            <a:chExt cx="3536515" cy="2133600"/>
          </a:xfrm>
        </p:grpSpPr>
        <p:pic>
          <p:nvPicPr>
            <p:cNvPr id="11" name="Picture 4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8285" y="2049378"/>
              <a:ext cx="3536515" cy="2133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Rectangle 18"/>
            <p:cNvSpPr/>
            <p:nvPr/>
          </p:nvSpPr>
          <p:spPr>
            <a:xfrm>
              <a:off x="4907334" y="2304966"/>
              <a:ext cx="2450799" cy="1530350"/>
            </a:xfrm>
            <a:prstGeom prst="rect">
              <a:avLst/>
            </a:pr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122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200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870045" y="2316631"/>
            <a:ext cx="3516489" cy="2134094"/>
            <a:chOff x="629088" y="2049378"/>
            <a:chExt cx="3536515" cy="2133600"/>
          </a:xfrm>
        </p:grpSpPr>
        <p:pic>
          <p:nvPicPr>
            <p:cNvPr id="16" name="Picture 3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088" y="2049378"/>
              <a:ext cx="3536515" cy="2133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Rectangle 19"/>
            <p:cNvSpPr/>
            <p:nvPr/>
          </p:nvSpPr>
          <p:spPr>
            <a:xfrm>
              <a:off x="1153134" y="2304966"/>
              <a:ext cx="2451899" cy="1530350"/>
            </a:xfrm>
            <a:prstGeom prst="rect">
              <a:avLst/>
            </a:pr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122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200">
                <a:cs typeface="+mn-ea"/>
                <a:sym typeface="+mn-lt"/>
              </a:endParaRPr>
            </a:p>
          </p:txBody>
        </p:sp>
      </p:grpSp>
      <p:pic>
        <p:nvPicPr>
          <p:cNvPr id="18" name="Pictur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40384" y="2316631"/>
            <a:ext cx="3516489" cy="2134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"/>
          <p:cNvSpPr/>
          <p:nvPr/>
        </p:nvSpPr>
        <p:spPr bwMode="auto">
          <a:xfrm>
            <a:off x="8253565" y="2572278"/>
            <a:ext cx="2436435" cy="1530704"/>
          </a:xfrm>
          <a:prstGeom prst="rect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122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>
              <a:cs typeface="+mn-ea"/>
              <a:sym typeface="+mn-lt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309013" y="1627498"/>
            <a:ext cx="9542049" cy="652165"/>
          </a:xfrm>
          <a:prstGeom prst="rect">
            <a:avLst/>
          </a:prstGeom>
          <a:noFill/>
          <a:ln>
            <a:noFill/>
          </a:ln>
        </p:spPr>
        <p:txBody>
          <a:bodyPr lIns="91120" tIns="45561" rIns="91120" bIns="4556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defTabSz="911225" fontAlgn="auto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点击在此录入上述图表的综合描述说明，在此录入上述图表的综合描述说明。在此录入上述图表的综合描述说明，在此录入上述图表的综合描述说明，在此录入上述图表的综合描述说明。</a:t>
            </a:r>
          </a:p>
        </p:txBody>
      </p:sp>
      <p:sp>
        <p:nvSpPr>
          <p:cNvPr id="23" name="矩形 22"/>
          <p:cNvSpPr/>
          <p:nvPr/>
        </p:nvSpPr>
        <p:spPr>
          <a:xfrm>
            <a:off x="1853223" y="4709237"/>
            <a:ext cx="1549778" cy="369011"/>
          </a:xfrm>
          <a:prstGeom prst="rect">
            <a:avLst/>
          </a:prstGeom>
          <a:effectLst/>
        </p:spPr>
        <p:txBody>
          <a:bodyPr wrap="none" lIns="91120" tIns="45561" rIns="91120" bIns="45561">
            <a:spAutoFit/>
          </a:bodyPr>
          <a:lstStyle/>
          <a:p>
            <a:pPr algn="ctr" defTabSz="91122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添加产品名称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矩形 47"/>
          <p:cNvSpPr>
            <a:spLocks noChangeArrowheads="1"/>
          </p:cNvSpPr>
          <p:nvPr/>
        </p:nvSpPr>
        <p:spPr bwMode="auto">
          <a:xfrm>
            <a:off x="1470074" y="5300236"/>
            <a:ext cx="2316431" cy="812209"/>
          </a:xfrm>
          <a:prstGeom prst="rect">
            <a:avLst/>
          </a:prstGeom>
          <a:noFill/>
          <a:ln>
            <a:noFill/>
          </a:ln>
        </p:spPr>
        <p:txBody>
          <a:bodyPr lIns="91120" tIns="45561" rIns="91120" bIns="4556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defTabSz="911225" fontAlgn="auto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在此录入上述图表的描述说明，在此录入上述图表的描述说明，在此录入上述图表的描述说明。</a:t>
            </a:r>
          </a:p>
        </p:txBody>
      </p:sp>
      <p:sp>
        <p:nvSpPr>
          <p:cNvPr id="25" name="矩形 24"/>
          <p:cNvSpPr/>
          <p:nvPr/>
        </p:nvSpPr>
        <p:spPr>
          <a:xfrm>
            <a:off x="5288571" y="4709237"/>
            <a:ext cx="1549778" cy="369011"/>
          </a:xfrm>
          <a:prstGeom prst="rect">
            <a:avLst/>
          </a:prstGeom>
          <a:effectLst/>
        </p:spPr>
        <p:txBody>
          <a:bodyPr wrap="none" lIns="91120" tIns="45561" rIns="91120" bIns="45561">
            <a:spAutoFit/>
          </a:bodyPr>
          <a:lstStyle/>
          <a:p>
            <a:pPr algn="ctr" defTabSz="911225">
              <a:defRPr/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添加产品名称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矩形 47"/>
          <p:cNvSpPr>
            <a:spLocks noChangeArrowheads="1"/>
          </p:cNvSpPr>
          <p:nvPr/>
        </p:nvSpPr>
        <p:spPr bwMode="auto">
          <a:xfrm>
            <a:off x="4906033" y="5300236"/>
            <a:ext cx="2314851" cy="812209"/>
          </a:xfrm>
          <a:prstGeom prst="rect">
            <a:avLst/>
          </a:prstGeom>
          <a:noFill/>
          <a:ln>
            <a:noFill/>
          </a:ln>
        </p:spPr>
        <p:txBody>
          <a:bodyPr lIns="91120" tIns="45561" rIns="91120" bIns="4556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defTabSz="911225" fontAlgn="auto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在此录入上述图表的描述说明，在此录入上述图表的描述说明，在此录入上述图表的描述说明。</a:t>
            </a:r>
          </a:p>
        </p:txBody>
      </p:sp>
      <p:sp>
        <p:nvSpPr>
          <p:cNvPr id="27" name="矩形 26"/>
          <p:cNvSpPr/>
          <p:nvPr/>
        </p:nvSpPr>
        <p:spPr>
          <a:xfrm>
            <a:off x="8723916" y="4709237"/>
            <a:ext cx="1549778" cy="369011"/>
          </a:xfrm>
          <a:prstGeom prst="rect">
            <a:avLst/>
          </a:prstGeom>
          <a:effectLst/>
        </p:spPr>
        <p:txBody>
          <a:bodyPr wrap="none" lIns="91120" tIns="45561" rIns="91120" bIns="45561">
            <a:spAutoFit/>
          </a:bodyPr>
          <a:lstStyle/>
          <a:p>
            <a:pPr algn="ctr" defTabSz="911225">
              <a:defRPr/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添加产品名称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矩形 47"/>
          <p:cNvSpPr>
            <a:spLocks noChangeArrowheads="1"/>
          </p:cNvSpPr>
          <p:nvPr/>
        </p:nvSpPr>
        <p:spPr bwMode="auto">
          <a:xfrm>
            <a:off x="8340413" y="5300236"/>
            <a:ext cx="2316431" cy="812209"/>
          </a:xfrm>
          <a:prstGeom prst="rect">
            <a:avLst/>
          </a:prstGeom>
          <a:noFill/>
          <a:ln>
            <a:noFill/>
          </a:ln>
        </p:spPr>
        <p:txBody>
          <a:bodyPr lIns="91120" tIns="45561" rIns="91120" bIns="4556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defTabSz="911225" fontAlgn="auto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在此录入上述图表的描述说明，在此录入上述图表的描述说明，在此录入上述图表的描述说明。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40907926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"/>
                            </p:stCondLst>
                            <p:childTnLst>
                              <p:par>
                                <p:cTn id="2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50"/>
                            </p:stCondLst>
                            <p:childTnLst>
                              <p:par>
                                <p:cTn id="3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650"/>
                            </p:stCondLst>
                            <p:childTnLst>
                              <p:par>
                                <p:cTn id="3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4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9" grpId="0" animBg="1"/>
      <p:bldP spid="21" grpId="0" animBg="1"/>
      <p:bldP spid="21" grpId="1" animBg="1"/>
      <p:bldP spid="22" grpId="0"/>
      <p:bldP spid="24" grpId="0"/>
      <p:bldP spid="26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0" y="-48126"/>
            <a:ext cx="12249391" cy="6906126"/>
            <a:chOff x="0" y="-48126"/>
            <a:chExt cx="12249390" cy="690612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085D5DF-388D-CE2B-05C7-5809D079F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48126"/>
              <a:ext cx="6124695" cy="690612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085D5DF-388D-CE2B-05C7-5809D079F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6124695" y="-48126"/>
              <a:ext cx="6124695" cy="6906126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662BA2D-98C3-437D-948F-0A248345C29B}"/>
              </a:ext>
            </a:extLst>
          </p:cNvPr>
          <p:cNvSpPr txBox="1"/>
          <p:nvPr/>
        </p:nvSpPr>
        <p:spPr>
          <a:xfrm>
            <a:off x="3943810" y="584739"/>
            <a:ext cx="4304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  <a:cs typeface="+mn-ea"/>
                <a:sym typeface="+mn-lt"/>
              </a:rPr>
              <a:t>推广方案</a:t>
            </a:r>
          </a:p>
        </p:txBody>
      </p:sp>
      <p:sp>
        <p:nvSpPr>
          <p:cNvPr id="20" name="矩形: 圆角 9">
            <a:extLst>
              <a:ext uri="{FF2B5EF4-FFF2-40B4-BE49-F238E27FC236}">
                <a16:creationId xmlns:a16="http://schemas.microsoft.com/office/drawing/2014/main" id="{AF871570-D0D6-5563-4111-2FAB1BE10A8F}"/>
              </a:ext>
            </a:extLst>
          </p:cNvPr>
          <p:cNvSpPr/>
          <p:nvPr/>
        </p:nvSpPr>
        <p:spPr>
          <a:xfrm>
            <a:off x="5026652" y="599395"/>
            <a:ext cx="2138696" cy="405052"/>
          </a:xfrm>
          <a:prstGeom prst="roundRect">
            <a:avLst>
              <a:gd name="adj" fmla="val 50000"/>
            </a:avLst>
          </a:prstGeom>
          <a:noFill/>
          <a:ln>
            <a:solidFill>
              <a:srgbClr val="C9A1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4FA029-82F8-456A-ABCD-E43FA52F8D3C}"/>
              </a:ext>
            </a:extLst>
          </p:cNvPr>
          <p:cNvGrpSpPr/>
          <p:nvPr/>
        </p:nvGrpSpPr>
        <p:grpSpPr>
          <a:xfrm>
            <a:off x="3703037" y="1423986"/>
            <a:ext cx="4783739" cy="4521298"/>
            <a:chOff x="3426745" y="1267354"/>
            <a:chExt cx="5336323" cy="5043569"/>
          </a:xfrm>
        </p:grpSpPr>
        <p:sp>
          <p:nvSpPr>
            <p:cNvPr id="39" name="Rectangle 6">
              <a:extLst>
                <a:ext uri="{FF2B5EF4-FFF2-40B4-BE49-F238E27FC236}">
                  <a16:creationId xmlns:a16="http://schemas.microsoft.com/office/drawing/2014/main" id="{DE39F800-B3C3-47FD-A75F-2281D00F5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410" y="3745167"/>
              <a:ext cx="2799382" cy="352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67DCF03A-DD66-4154-A23B-443AE8707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313" y="2792109"/>
              <a:ext cx="2604737" cy="1987745"/>
            </a:xfrm>
            <a:custGeom>
              <a:avLst/>
              <a:gdLst/>
              <a:ahLst/>
              <a:cxnLst>
                <a:cxn ang="0">
                  <a:pos x="23" y="901"/>
                </a:cxn>
                <a:cxn ang="0">
                  <a:pos x="0" y="869"/>
                </a:cxn>
                <a:cxn ang="0">
                  <a:pos x="1168" y="0"/>
                </a:cxn>
                <a:cxn ang="0">
                  <a:pos x="1191" y="31"/>
                </a:cxn>
                <a:cxn ang="0">
                  <a:pos x="23" y="901"/>
                </a:cxn>
              </a:cxnLst>
              <a:rect l="0" t="0" r="r" b="b"/>
              <a:pathLst>
                <a:path w="1191" h="901">
                  <a:moveTo>
                    <a:pt x="23" y="901"/>
                  </a:moveTo>
                  <a:lnTo>
                    <a:pt x="0" y="869"/>
                  </a:lnTo>
                  <a:lnTo>
                    <a:pt x="1168" y="0"/>
                  </a:lnTo>
                  <a:lnTo>
                    <a:pt x="1191" y="31"/>
                  </a:lnTo>
                  <a:lnTo>
                    <a:pt x="23" y="90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6C1D27B7-BC1A-4FBC-9208-B24709B4C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3615" y="2853881"/>
              <a:ext cx="2438524" cy="1925973"/>
            </a:xfrm>
            <a:custGeom>
              <a:avLst/>
              <a:gdLst/>
              <a:ahLst/>
              <a:cxnLst>
                <a:cxn ang="0">
                  <a:pos x="1092" y="873"/>
                </a:cxn>
                <a:cxn ang="0">
                  <a:pos x="0" y="31"/>
                </a:cxn>
                <a:cxn ang="0">
                  <a:pos x="23" y="0"/>
                </a:cxn>
                <a:cxn ang="0">
                  <a:pos x="1115" y="841"/>
                </a:cxn>
                <a:cxn ang="0">
                  <a:pos x="1092" y="873"/>
                </a:cxn>
              </a:cxnLst>
              <a:rect l="0" t="0" r="r" b="b"/>
              <a:pathLst>
                <a:path w="1115" h="873">
                  <a:moveTo>
                    <a:pt x="1092" y="873"/>
                  </a:moveTo>
                  <a:lnTo>
                    <a:pt x="0" y="31"/>
                  </a:lnTo>
                  <a:lnTo>
                    <a:pt x="23" y="0"/>
                  </a:lnTo>
                  <a:lnTo>
                    <a:pt x="1115" y="841"/>
                  </a:lnTo>
                  <a:lnTo>
                    <a:pt x="1092" y="87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DF8EE6DF-96DD-4DAA-99CF-C0D9F6C36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6853" y="2348672"/>
              <a:ext cx="645170" cy="2905504"/>
            </a:xfrm>
            <a:custGeom>
              <a:avLst/>
              <a:gdLst/>
              <a:ahLst/>
              <a:cxnLst>
                <a:cxn ang="0">
                  <a:pos x="269" y="1317"/>
                </a:cxn>
                <a:cxn ang="0">
                  <a:pos x="0" y="6"/>
                </a:cxn>
                <a:cxn ang="0">
                  <a:pos x="28" y="0"/>
                </a:cxn>
                <a:cxn ang="0">
                  <a:pos x="295" y="1311"/>
                </a:cxn>
                <a:cxn ang="0">
                  <a:pos x="269" y="1317"/>
                </a:cxn>
              </a:cxnLst>
              <a:rect l="0" t="0" r="r" b="b"/>
              <a:pathLst>
                <a:path w="295" h="1317">
                  <a:moveTo>
                    <a:pt x="269" y="1317"/>
                  </a:moveTo>
                  <a:lnTo>
                    <a:pt x="0" y="6"/>
                  </a:lnTo>
                  <a:lnTo>
                    <a:pt x="28" y="0"/>
                  </a:lnTo>
                  <a:lnTo>
                    <a:pt x="295" y="1311"/>
                  </a:lnTo>
                  <a:lnTo>
                    <a:pt x="269" y="1317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BAE84C1D-983B-4182-A717-58B744FF6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014" y="2593555"/>
              <a:ext cx="1023524" cy="2548108"/>
            </a:xfrm>
            <a:custGeom>
              <a:avLst/>
              <a:gdLst/>
              <a:ahLst/>
              <a:cxnLst>
                <a:cxn ang="0">
                  <a:pos x="16" y="1155"/>
                </a:cxn>
                <a:cxn ang="0">
                  <a:pos x="0" y="1147"/>
                </a:cxn>
                <a:cxn ang="0">
                  <a:pos x="452" y="0"/>
                </a:cxn>
                <a:cxn ang="0">
                  <a:pos x="468" y="6"/>
                </a:cxn>
                <a:cxn ang="0">
                  <a:pos x="16" y="1155"/>
                </a:cxn>
              </a:cxnLst>
              <a:rect l="0" t="0" r="r" b="b"/>
              <a:pathLst>
                <a:path w="468" h="1155">
                  <a:moveTo>
                    <a:pt x="16" y="1155"/>
                  </a:moveTo>
                  <a:lnTo>
                    <a:pt x="0" y="1147"/>
                  </a:lnTo>
                  <a:lnTo>
                    <a:pt x="452" y="0"/>
                  </a:lnTo>
                  <a:lnTo>
                    <a:pt x="468" y="6"/>
                  </a:lnTo>
                  <a:lnTo>
                    <a:pt x="16" y="115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4" name="Oval 11">
              <a:extLst>
                <a:ext uri="{FF2B5EF4-FFF2-40B4-BE49-F238E27FC236}">
                  <a16:creationId xmlns:a16="http://schemas.microsoft.com/office/drawing/2014/main" id="{F3A700E1-8BF5-437F-89C9-EDFA573F8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584" y="2776666"/>
              <a:ext cx="2127967" cy="214438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B6852496-2315-4C03-AE14-261A92C35F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8415" y="1711093"/>
              <a:ext cx="1366885" cy="1378846"/>
            </a:xfrm>
            <a:custGeom>
              <a:avLst/>
              <a:gdLst/>
              <a:ahLst/>
              <a:cxnLst>
                <a:cxn ang="0">
                  <a:pos x="214" y="428"/>
                </a:cxn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214" y="428"/>
                </a:cxn>
                <a:cxn ang="0">
                  <a:pos x="214" y="27"/>
                </a:cxn>
                <a:cxn ang="0">
                  <a:pos x="27" y="214"/>
                </a:cxn>
                <a:cxn ang="0">
                  <a:pos x="214" y="401"/>
                </a:cxn>
                <a:cxn ang="0">
                  <a:pos x="402" y="214"/>
                </a:cxn>
                <a:cxn ang="0">
                  <a:pos x="214" y="27"/>
                </a:cxn>
              </a:cxnLst>
              <a:rect l="0" t="0" r="r" b="b"/>
              <a:pathLst>
                <a:path w="428" h="428">
                  <a:moveTo>
                    <a:pt x="214" y="428"/>
                  </a:moveTo>
                  <a:cubicBezTo>
                    <a:pt x="96" y="428"/>
                    <a:pt x="0" y="332"/>
                    <a:pt x="0" y="214"/>
                  </a:cubicBezTo>
                  <a:cubicBezTo>
                    <a:pt x="0" y="96"/>
                    <a:pt x="96" y="0"/>
                    <a:pt x="214" y="0"/>
                  </a:cubicBezTo>
                  <a:cubicBezTo>
                    <a:pt x="332" y="0"/>
                    <a:pt x="428" y="96"/>
                    <a:pt x="428" y="214"/>
                  </a:cubicBezTo>
                  <a:cubicBezTo>
                    <a:pt x="428" y="332"/>
                    <a:pt x="332" y="428"/>
                    <a:pt x="214" y="428"/>
                  </a:cubicBezTo>
                  <a:close/>
                  <a:moveTo>
                    <a:pt x="214" y="27"/>
                  </a:moveTo>
                  <a:cubicBezTo>
                    <a:pt x="111" y="27"/>
                    <a:pt x="27" y="111"/>
                    <a:pt x="27" y="214"/>
                  </a:cubicBezTo>
                  <a:cubicBezTo>
                    <a:pt x="27" y="317"/>
                    <a:pt x="111" y="401"/>
                    <a:pt x="214" y="401"/>
                  </a:cubicBezTo>
                  <a:cubicBezTo>
                    <a:pt x="318" y="401"/>
                    <a:pt x="402" y="317"/>
                    <a:pt x="402" y="214"/>
                  </a:cubicBezTo>
                  <a:cubicBezTo>
                    <a:pt x="402" y="111"/>
                    <a:pt x="318" y="27"/>
                    <a:pt x="214" y="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7F08A43B-6F69-4B92-A254-9A17D895E7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4295" y="3365709"/>
              <a:ext cx="745773" cy="754504"/>
            </a:xfrm>
            <a:custGeom>
              <a:avLst/>
              <a:gdLst/>
              <a:ahLst/>
              <a:cxnLst>
                <a:cxn ang="0">
                  <a:pos x="117" y="234"/>
                </a:cxn>
                <a:cxn ang="0">
                  <a:pos x="0" y="117"/>
                </a:cxn>
                <a:cxn ang="0">
                  <a:pos x="117" y="0"/>
                </a:cxn>
                <a:cxn ang="0">
                  <a:pos x="234" y="117"/>
                </a:cxn>
                <a:cxn ang="0">
                  <a:pos x="117" y="234"/>
                </a:cxn>
                <a:cxn ang="0">
                  <a:pos x="117" y="11"/>
                </a:cxn>
                <a:cxn ang="0">
                  <a:pos x="12" y="117"/>
                </a:cxn>
                <a:cxn ang="0">
                  <a:pos x="117" y="222"/>
                </a:cxn>
                <a:cxn ang="0">
                  <a:pos x="223" y="117"/>
                </a:cxn>
                <a:cxn ang="0">
                  <a:pos x="117" y="11"/>
                </a:cxn>
              </a:cxnLst>
              <a:rect l="0" t="0" r="r" b="b"/>
              <a:pathLst>
                <a:path w="234" h="234">
                  <a:moveTo>
                    <a:pt x="117" y="234"/>
                  </a:moveTo>
                  <a:cubicBezTo>
                    <a:pt x="53" y="234"/>
                    <a:pt x="0" y="181"/>
                    <a:pt x="0" y="117"/>
                  </a:cubicBezTo>
                  <a:cubicBezTo>
                    <a:pt x="0" y="52"/>
                    <a:pt x="53" y="0"/>
                    <a:pt x="117" y="0"/>
                  </a:cubicBezTo>
                  <a:cubicBezTo>
                    <a:pt x="182" y="0"/>
                    <a:pt x="234" y="52"/>
                    <a:pt x="234" y="117"/>
                  </a:cubicBezTo>
                  <a:cubicBezTo>
                    <a:pt x="234" y="181"/>
                    <a:pt x="182" y="234"/>
                    <a:pt x="117" y="234"/>
                  </a:cubicBezTo>
                  <a:close/>
                  <a:moveTo>
                    <a:pt x="117" y="11"/>
                  </a:moveTo>
                  <a:cubicBezTo>
                    <a:pt x="59" y="11"/>
                    <a:pt x="12" y="59"/>
                    <a:pt x="12" y="117"/>
                  </a:cubicBezTo>
                  <a:cubicBezTo>
                    <a:pt x="12" y="175"/>
                    <a:pt x="59" y="222"/>
                    <a:pt x="117" y="222"/>
                  </a:cubicBezTo>
                  <a:cubicBezTo>
                    <a:pt x="175" y="222"/>
                    <a:pt x="223" y="175"/>
                    <a:pt x="223" y="117"/>
                  </a:cubicBezTo>
                  <a:cubicBezTo>
                    <a:pt x="223" y="59"/>
                    <a:pt x="175" y="11"/>
                    <a:pt x="117" y="1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84F3A09D-0EF1-4B0E-81F9-9263B93116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14055" y="4389364"/>
              <a:ext cx="1489359" cy="1504597"/>
            </a:xfrm>
            <a:custGeom>
              <a:avLst/>
              <a:gdLst/>
              <a:ahLst/>
              <a:cxnLst>
                <a:cxn ang="0">
                  <a:pos x="233" y="467"/>
                </a:cxn>
                <a:cxn ang="0">
                  <a:pos x="0" y="234"/>
                </a:cxn>
                <a:cxn ang="0">
                  <a:pos x="233" y="0"/>
                </a:cxn>
                <a:cxn ang="0">
                  <a:pos x="466" y="234"/>
                </a:cxn>
                <a:cxn ang="0">
                  <a:pos x="233" y="467"/>
                </a:cxn>
                <a:cxn ang="0">
                  <a:pos x="233" y="27"/>
                </a:cxn>
                <a:cxn ang="0">
                  <a:pos x="26" y="234"/>
                </a:cxn>
                <a:cxn ang="0">
                  <a:pos x="233" y="440"/>
                </a:cxn>
                <a:cxn ang="0">
                  <a:pos x="439" y="234"/>
                </a:cxn>
                <a:cxn ang="0">
                  <a:pos x="233" y="27"/>
                </a:cxn>
              </a:cxnLst>
              <a:rect l="0" t="0" r="r" b="b"/>
              <a:pathLst>
                <a:path w="466" h="467">
                  <a:moveTo>
                    <a:pt x="233" y="467"/>
                  </a:moveTo>
                  <a:cubicBezTo>
                    <a:pt x="104" y="467"/>
                    <a:pt x="0" y="362"/>
                    <a:pt x="0" y="234"/>
                  </a:cubicBezTo>
                  <a:cubicBezTo>
                    <a:pt x="0" y="105"/>
                    <a:pt x="104" y="0"/>
                    <a:pt x="233" y="0"/>
                  </a:cubicBezTo>
                  <a:cubicBezTo>
                    <a:pt x="361" y="0"/>
                    <a:pt x="466" y="105"/>
                    <a:pt x="466" y="234"/>
                  </a:cubicBezTo>
                  <a:cubicBezTo>
                    <a:pt x="466" y="362"/>
                    <a:pt x="361" y="467"/>
                    <a:pt x="233" y="467"/>
                  </a:cubicBezTo>
                  <a:close/>
                  <a:moveTo>
                    <a:pt x="233" y="27"/>
                  </a:moveTo>
                  <a:cubicBezTo>
                    <a:pt x="119" y="27"/>
                    <a:pt x="26" y="120"/>
                    <a:pt x="26" y="234"/>
                  </a:cubicBezTo>
                  <a:cubicBezTo>
                    <a:pt x="26" y="347"/>
                    <a:pt x="119" y="440"/>
                    <a:pt x="233" y="440"/>
                  </a:cubicBezTo>
                  <a:cubicBezTo>
                    <a:pt x="346" y="440"/>
                    <a:pt x="439" y="347"/>
                    <a:pt x="439" y="234"/>
                  </a:cubicBezTo>
                  <a:cubicBezTo>
                    <a:pt x="439" y="120"/>
                    <a:pt x="346" y="27"/>
                    <a:pt x="233" y="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45938BB1-3BCA-41F3-BA23-192532DF24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5763" y="4435693"/>
              <a:ext cx="1382195" cy="1394290"/>
            </a:xfrm>
            <a:custGeom>
              <a:avLst/>
              <a:gdLst/>
              <a:ahLst/>
              <a:cxnLst>
                <a:cxn ang="0">
                  <a:pos x="216" y="433"/>
                </a:cxn>
                <a:cxn ang="0">
                  <a:pos x="0" y="216"/>
                </a:cxn>
                <a:cxn ang="0">
                  <a:pos x="216" y="0"/>
                </a:cxn>
                <a:cxn ang="0">
                  <a:pos x="433" y="216"/>
                </a:cxn>
                <a:cxn ang="0">
                  <a:pos x="216" y="433"/>
                </a:cxn>
                <a:cxn ang="0">
                  <a:pos x="216" y="26"/>
                </a:cxn>
                <a:cxn ang="0">
                  <a:pos x="27" y="216"/>
                </a:cxn>
                <a:cxn ang="0">
                  <a:pos x="216" y="406"/>
                </a:cxn>
                <a:cxn ang="0">
                  <a:pos x="406" y="216"/>
                </a:cxn>
                <a:cxn ang="0">
                  <a:pos x="216" y="26"/>
                </a:cxn>
              </a:cxnLst>
              <a:rect l="0" t="0" r="r" b="b"/>
              <a:pathLst>
                <a:path w="433" h="433">
                  <a:moveTo>
                    <a:pt x="216" y="433"/>
                  </a:moveTo>
                  <a:cubicBezTo>
                    <a:pt x="97" y="433"/>
                    <a:pt x="0" y="336"/>
                    <a:pt x="0" y="216"/>
                  </a:cubicBezTo>
                  <a:cubicBezTo>
                    <a:pt x="0" y="97"/>
                    <a:pt x="97" y="0"/>
                    <a:pt x="216" y="0"/>
                  </a:cubicBezTo>
                  <a:cubicBezTo>
                    <a:pt x="336" y="0"/>
                    <a:pt x="433" y="97"/>
                    <a:pt x="433" y="216"/>
                  </a:cubicBezTo>
                  <a:cubicBezTo>
                    <a:pt x="433" y="336"/>
                    <a:pt x="336" y="433"/>
                    <a:pt x="216" y="433"/>
                  </a:cubicBezTo>
                  <a:close/>
                  <a:moveTo>
                    <a:pt x="216" y="26"/>
                  </a:moveTo>
                  <a:cubicBezTo>
                    <a:pt x="112" y="26"/>
                    <a:pt x="27" y="112"/>
                    <a:pt x="27" y="216"/>
                  </a:cubicBezTo>
                  <a:cubicBezTo>
                    <a:pt x="27" y="321"/>
                    <a:pt x="112" y="406"/>
                    <a:pt x="216" y="406"/>
                  </a:cubicBezTo>
                  <a:cubicBezTo>
                    <a:pt x="321" y="406"/>
                    <a:pt x="406" y="321"/>
                    <a:pt x="406" y="216"/>
                  </a:cubicBezTo>
                  <a:cubicBezTo>
                    <a:pt x="406" y="112"/>
                    <a:pt x="321" y="26"/>
                    <a:pt x="216" y="2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68CBD4C4-71B2-4F9A-8FEB-DB6307BE6A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42039" y="1922884"/>
              <a:ext cx="699846" cy="705970"/>
            </a:xfrm>
            <a:custGeom>
              <a:avLst/>
              <a:gdLst/>
              <a:ahLst/>
              <a:cxnLst>
                <a:cxn ang="0">
                  <a:pos x="110" y="219"/>
                </a:cxn>
                <a:cxn ang="0">
                  <a:pos x="0" y="109"/>
                </a:cxn>
                <a:cxn ang="0">
                  <a:pos x="110" y="0"/>
                </a:cxn>
                <a:cxn ang="0">
                  <a:pos x="219" y="109"/>
                </a:cxn>
                <a:cxn ang="0">
                  <a:pos x="110" y="219"/>
                </a:cxn>
                <a:cxn ang="0">
                  <a:pos x="110" y="11"/>
                </a:cxn>
                <a:cxn ang="0">
                  <a:pos x="12" y="109"/>
                </a:cxn>
                <a:cxn ang="0">
                  <a:pos x="110" y="207"/>
                </a:cxn>
                <a:cxn ang="0">
                  <a:pos x="208" y="109"/>
                </a:cxn>
                <a:cxn ang="0">
                  <a:pos x="110" y="11"/>
                </a:cxn>
              </a:cxnLst>
              <a:rect l="0" t="0" r="r" b="b"/>
              <a:pathLst>
                <a:path w="219" h="219">
                  <a:moveTo>
                    <a:pt x="110" y="219"/>
                  </a:moveTo>
                  <a:cubicBezTo>
                    <a:pt x="49" y="219"/>
                    <a:pt x="0" y="170"/>
                    <a:pt x="0" y="109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0" y="0"/>
                    <a:pt x="219" y="49"/>
                    <a:pt x="219" y="109"/>
                  </a:cubicBezTo>
                  <a:cubicBezTo>
                    <a:pt x="219" y="170"/>
                    <a:pt x="170" y="219"/>
                    <a:pt x="110" y="219"/>
                  </a:cubicBezTo>
                  <a:close/>
                  <a:moveTo>
                    <a:pt x="110" y="11"/>
                  </a:moveTo>
                  <a:cubicBezTo>
                    <a:pt x="56" y="11"/>
                    <a:pt x="12" y="55"/>
                    <a:pt x="12" y="109"/>
                  </a:cubicBezTo>
                  <a:cubicBezTo>
                    <a:pt x="12" y="163"/>
                    <a:pt x="56" y="207"/>
                    <a:pt x="110" y="207"/>
                  </a:cubicBezTo>
                  <a:cubicBezTo>
                    <a:pt x="164" y="207"/>
                    <a:pt x="208" y="163"/>
                    <a:pt x="208" y="109"/>
                  </a:cubicBezTo>
                  <a:cubicBezTo>
                    <a:pt x="208" y="55"/>
                    <a:pt x="164" y="11"/>
                    <a:pt x="110" y="1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75A9CC3A-9EF7-43F7-B213-308D964982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1366" y="1285305"/>
              <a:ext cx="1104444" cy="1111901"/>
            </a:xfrm>
            <a:custGeom>
              <a:avLst/>
              <a:gdLst/>
              <a:ahLst/>
              <a:cxnLst>
                <a:cxn ang="0">
                  <a:pos x="173" y="345"/>
                </a:cxn>
                <a:cxn ang="0">
                  <a:pos x="0" y="172"/>
                </a:cxn>
                <a:cxn ang="0">
                  <a:pos x="173" y="0"/>
                </a:cxn>
                <a:cxn ang="0">
                  <a:pos x="346" y="172"/>
                </a:cxn>
                <a:cxn ang="0">
                  <a:pos x="173" y="345"/>
                </a:cxn>
                <a:cxn ang="0">
                  <a:pos x="173" y="19"/>
                </a:cxn>
                <a:cxn ang="0">
                  <a:pos x="19" y="172"/>
                </a:cxn>
                <a:cxn ang="0">
                  <a:pos x="173" y="326"/>
                </a:cxn>
                <a:cxn ang="0">
                  <a:pos x="327" y="172"/>
                </a:cxn>
                <a:cxn ang="0">
                  <a:pos x="173" y="19"/>
                </a:cxn>
              </a:cxnLst>
              <a:rect l="0" t="0" r="r" b="b"/>
              <a:pathLst>
                <a:path w="346" h="345">
                  <a:moveTo>
                    <a:pt x="173" y="345"/>
                  </a:moveTo>
                  <a:cubicBezTo>
                    <a:pt x="78" y="345"/>
                    <a:pt x="0" y="267"/>
                    <a:pt x="0" y="172"/>
                  </a:cubicBezTo>
                  <a:cubicBezTo>
                    <a:pt x="0" y="77"/>
                    <a:pt x="78" y="0"/>
                    <a:pt x="173" y="0"/>
                  </a:cubicBezTo>
                  <a:cubicBezTo>
                    <a:pt x="268" y="0"/>
                    <a:pt x="346" y="77"/>
                    <a:pt x="346" y="172"/>
                  </a:cubicBezTo>
                  <a:cubicBezTo>
                    <a:pt x="346" y="267"/>
                    <a:pt x="268" y="345"/>
                    <a:pt x="173" y="345"/>
                  </a:cubicBezTo>
                  <a:close/>
                  <a:moveTo>
                    <a:pt x="173" y="19"/>
                  </a:moveTo>
                  <a:cubicBezTo>
                    <a:pt x="88" y="19"/>
                    <a:pt x="19" y="88"/>
                    <a:pt x="19" y="172"/>
                  </a:cubicBezTo>
                  <a:cubicBezTo>
                    <a:pt x="19" y="257"/>
                    <a:pt x="88" y="326"/>
                    <a:pt x="173" y="326"/>
                  </a:cubicBezTo>
                  <a:cubicBezTo>
                    <a:pt x="258" y="326"/>
                    <a:pt x="327" y="257"/>
                    <a:pt x="327" y="172"/>
                  </a:cubicBezTo>
                  <a:cubicBezTo>
                    <a:pt x="327" y="88"/>
                    <a:pt x="258" y="19"/>
                    <a:pt x="173" y="1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51" name="Freeform 26">
              <a:extLst>
                <a:ext uri="{FF2B5EF4-FFF2-40B4-BE49-F238E27FC236}">
                  <a16:creationId xmlns:a16="http://schemas.microsoft.com/office/drawing/2014/main" id="{D9C7556B-9B68-4451-BCEE-4B9CFC8E09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2432" y="5199022"/>
              <a:ext cx="1100069" cy="1111901"/>
            </a:xfrm>
            <a:custGeom>
              <a:avLst/>
              <a:gdLst/>
              <a:ahLst/>
              <a:cxnLst>
                <a:cxn ang="0">
                  <a:pos x="172" y="345"/>
                </a:cxn>
                <a:cxn ang="0">
                  <a:pos x="0" y="172"/>
                </a:cxn>
                <a:cxn ang="0">
                  <a:pos x="172" y="0"/>
                </a:cxn>
                <a:cxn ang="0">
                  <a:pos x="345" y="172"/>
                </a:cxn>
                <a:cxn ang="0">
                  <a:pos x="172" y="345"/>
                </a:cxn>
                <a:cxn ang="0">
                  <a:pos x="172" y="19"/>
                </a:cxn>
                <a:cxn ang="0">
                  <a:pos x="19" y="172"/>
                </a:cxn>
                <a:cxn ang="0">
                  <a:pos x="172" y="326"/>
                </a:cxn>
                <a:cxn ang="0">
                  <a:pos x="326" y="172"/>
                </a:cxn>
                <a:cxn ang="0">
                  <a:pos x="172" y="19"/>
                </a:cxn>
              </a:cxnLst>
              <a:rect l="0" t="0" r="r" b="b"/>
              <a:pathLst>
                <a:path w="345" h="345">
                  <a:moveTo>
                    <a:pt x="172" y="345"/>
                  </a:moveTo>
                  <a:cubicBezTo>
                    <a:pt x="77" y="345"/>
                    <a:pt x="0" y="268"/>
                    <a:pt x="0" y="172"/>
                  </a:cubicBezTo>
                  <a:cubicBezTo>
                    <a:pt x="0" y="77"/>
                    <a:pt x="77" y="0"/>
                    <a:pt x="172" y="0"/>
                  </a:cubicBezTo>
                  <a:cubicBezTo>
                    <a:pt x="267" y="0"/>
                    <a:pt x="345" y="77"/>
                    <a:pt x="345" y="172"/>
                  </a:cubicBezTo>
                  <a:cubicBezTo>
                    <a:pt x="345" y="268"/>
                    <a:pt x="267" y="345"/>
                    <a:pt x="172" y="345"/>
                  </a:cubicBezTo>
                  <a:close/>
                  <a:moveTo>
                    <a:pt x="172" y="19"/>
                  </a:moveTo>
                  <a:cubicBezTo>
                    <a:pt x="88" y="19"/>
                    <a:pt x="19" y="88"/>
                    <a:pt x="19" y="172"/>
                  </a:cubicBezTo>
                  <a:cubicBezTo>
                    <a:pt x="19" y="257"/>
                    <a:pt x="88" y="326"/>
                    <a:pt x="172" y="326"/>
                  </a:cubicBezTo>
                  <a:cubicBezTo>
                    <a:pt x="257" y="326"/>
                    <a:pt x="326" y="257"/>
                    <a:pt x="326" y="172"/>
                  </a:cubicBezTo>
                  <a:cubicBezTo>
                    <a:pt x="326" y="88"/>
                    <a:pt x="257" y="19"/>
                    <a:pt x="172" y="1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52" name="Freeform 28">
              <a:extLst>
                <a:ext uri="{FF2B5EF4-FFF2-40B4-BE49-F238E27FC236}">
                  <a16:creationId xmlns:a16="http://schemas.microsoft.com/office/drawing/2014/main" id="{C8A02F67-598F-43C9-A1EC-E762568B8B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5122" y="5086509"/>
              <a:ext cx="739211" cy="743474"/>
            </a:xfrm>
            <a:custGeom>
              <a:avLst/>
              <a:gdLst/>
              <a:ahLst/>
              <a:cxnLst>
                <a:cxn ang="0">
                  <a:pos x="116" y="231"/>
                </a:cxn>
                <a:cxn ang="0">
                  <a:pos x="0" y="115"/>
                </a:cxn>
                <a:cxn ang="0">
                  <a:pos x="116" y="0"/>
                </a:cxn>
                <a:cxn ang="0">
                  <a:pos x="231" y="115"/>
                </a:cxn>
                <a:cxn ang="0">
                  <a:pos x="116" y="231"/>
                </a:cxn>
                <a:cxn ang="0">
                  <a:pos x="116" y="12"/>
                </a:cxn>
                <a:cxn ang="0">
                  <a:pos x="12" y="115"/>
                </a:cxn>
                <a:cxn ang="0">
                  <a:pos x="116" y="219"/>
                </a:cxn>
                <a:cxn ang="0">
                  <a:pos x="220" y="115"/>
                </a:cxn>
                <a:cxn ang="0">
                  <a:pos x="116" y="12"/>
                </a:cxn>
              </a:cxnLst>
              <a:rect l="0" t="0" r="r" b="b"/>
              <a:pathLst>
                <a:path w="231" h="231">
                  <a:moveTo>
                    <a:pt x="116" y="231"/>
                  </a:moveTo>
                  <a:cubicBezTo>
                    <a:pt x="52" y="231"/>
                    <a:pt x="0" y="179"/>
                    <a:pt x="0" y="115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179" y="0"/>
                    <a:pt x="231" y="52"/>
                    <a:pt x="231" y="115"/>
                  </a:cubicBezTo>
                  <a:cubicBezTo>
                    <a:pt x="231" y="179"/>
                    <a:pt x="179" y="231"/>
                    <a:pt x="116" y="231"/>
                  </a:cubicBezTo>
                  <a:close/>
                  <a:moveTo>
                    <a:pt x="116" y="12"/>
                  </a:moveTo>
                  <a:cubicBezTo>
                    <a:pt x="59" y="12"/>
                    <a:pt x="12" y="58"/>
                    <a:pt x="12" y="115"/>
                  </a:cubicBezTo>
                  <a:cubicBezTo>
                    <a:pt x="12" y="173"/>
                    <a:pt x="59" y="219"/>
                    <a:pt x="116" y="219"/>
                  </a:cubicBezTo>
                  <a:cubicBezTo>
                    <a:pt x="173" y="219"/>
                    <a:pt x="220" y="173"/>
                    <a:pt x="220" y="115"/>
                  </a:cubicBezTo>
                  <a:cubicBezTo>
                    <a:pt x="220" y="58"/>
                    <a:pt x="173" y="12"/>
                    <a:pt x="116" y="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53" name="Freeform 30">
              <a:extLst>
                <a:ext uri="{FF2B5EF4-FFF2-40B4-BE49-F238E27FC236}">
                  <a16:creationId xmlns:a16="http://schemas.microsoft.com/office/drawing/2014/main" id="{0E7B43DB-65B3-4F06-AA0C-D6E9439CF9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0393" y="3363502"/>
              <a:ext cx="791700" cy="798628"/>
            </a:xfrm>
            <a:custGeom>
              <a:avLst/>
              <a:gdLst/>
              <a:ahLst/>
              <a:cxnLst>
                <a:cxn ang="0">
                  <a:pos x="124" y="248"/>
                </a:cxn>
                <a:cxn ang="0">
                  <a:pos x="0" y="124"/>
                </a:cxn>
                <a:cxn ang="0">
                  <a:pos x="124" y="0"/>
                </a:cxn>
                <a:cxn ang="0">
                  <a:pos x="248" y="124"/>
                </a:cxn>
                <a:cxn ang="0">
                  <a:pos x="124" y="248"/>
                </a:cxn>
                <a:cxn ang="0">
                  <a:pos x="124" y="12"/>
                </a:cxn>
                <a:cxn ang="0">
                  <a:pos x="12" y="124"/>
                </a:cxn>
                <a:cxn ang="0">
                  <a:pos x="124" y="237"/>
                </a:cxn>
                <a:cxn ang="0">
                  <a:pos x="236" y="124"/>
                </a:cxn>
                <a:cxn ang="0">
                  <a:pos x="124" y="12"/>
                </a:cxn>
              </a:cxnLst>
              <a:rect l="0" t="0" r="r" b="b"/>
              <a:pathLst>
                <a:path w="248" h="248">
                  <a:moveTo>
                    <a:pt x="124" y="248"/>
                  </a:moveTo>
                  <a:cubicBezTo>
                    <a:pt x="56" y="248"/>
                    <a:pt x="0" y="193"/>
                    <a:pt x="0" y="124"/>
                  </a:cubicBezTo>
                  <a:cubicBezTo>
                    <a:pt x="0" y="56"/>
                    <a:pt x="56" y="0"/>
                    <a:pt x="124" y="0"/>
                  </a:cubicBezTo>
                  <a:cubicBezTo>
                    <a:pt x="192" y="0"/>
                    <a:pt x="248" y="56"/>
                    <a:pt x="248" y="124"/>
                  </a:cubicBezTo>
                  <a:cubicBezTo>
                    <a:pt x="248" y="193"/>
                    <a:pt x="192" y="248"/>
                    <a:pt x="124" y="248"/>
                  </a:cubicBezTo>
                  <a:close/>
                  <a:moveTo>
                    <a:pt x="124" y="12"/>
                  </a:moveTo>
                  <a:cubicBezTo>
                    <a:pt x="62" y="12"/>
                    <a:pt x="12" y="62"/>
                    <a:pt x="12" y="124"/>
                  </a:cubicBezTo>
                  <a:cubicBezTo>
                    <a:pt x="12" y="186"/>
                    <a:pt x="62" y="237"/>
                    <a:pt x="124" y="237"/>
                  </a:cubicBezTo>
                  <a:cubicBezTo>
                    <a:pt x="186" y="237"/>
                    <a:pt x="236" y="186"/>
                    <a:pt x="236" y="124"/>
                  </a:cubicBezTo>
                  <a:cubicBezTo>
                    <a:pt x="236" y="62"/>
                    <a:pt x="186" y="12"/>
                    <a:pt x="124" y="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54" name="Freeform 32">
              <a:extLst>
                <a:ext uri="{FF2B5EF4-FFF2-40B4-BE49-F238E27FC236}">
                  <a16:creationId xmlns:a16="http://schemas.microsoft.com/office/drawing/2014/main" id="{B8C0E438-5523-4CC2-B213-2D92112BA1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47634" y="1719918"/>
              <a:ext cx="1443431" cy="1456062"/>
            </a:xfrm>
            <a:custGeom>
              <a:avLst/>
              <a:gdLst/>
              <a:ahLst/>
              <a:cxnLst>
                <a:cxn ang="0">
                  <a:pos x="226" y="452"/>
                </a:cxn>
                <a:cxn ang="0">
                  <a:pos x="0" y="226"/>
                </a:cxn>
                <a:cxn ang="0">
                  <a:pos x="226" y="0"/>
                </a:cxn>
                <a:cxn ang="0">
                  <a:pos x="452" y="226"/>
                </a:cxn>
                <a:cxn ang="0">
                  <a:pos x="226" y="452"/>
                </a:cxn>
                <a:cxn ang="0">
                  <a:pos x="226" y="27"/>
                </a:cxn>
                <a:cxn ang="0">
                  <a:pos x="27" y="226"/>
                </a:cxn>
                <a:cxn ang="0">
                  <a:pos x="226" y="425"/>
                </a:cxn>
                <a:cxn ang="0">
                  <a:pos x="426" y="226"/>
                </a:cxn>
                <a:cxn ang="0">
                  <a:pos x="226" y="27"/>
                </a:cxn>
              </a:cxnLst>
              <a:rect l="0" t="0" r="r" b="b"/>
              <a:pathLst>
                <a:path w="452" h="452">
                  <a:moveTo>
                    <a:pt x="226" y="452"/>
                  </a:moveTo>
                  <a:cubicBezTo>
                    <a:pt x="101" y="452"/>
                    <a:pt x="0" y="351"/>
                    <a:pt x="0" y="226"/>
                  </a:cubicBezTo>
                  <a:cubicBezTo>
                    <a:pt x="0" y="101"/>
                    <a:pt x="101" y="0"/>
                    <a:pt x="226" y="0"/>
                  </a:cubicBezTo>
                  <a:cubicBezTo>
                    <a:pt x="351" y="0"/>
                    <a:pt x="452" y="101"/>
                    <a:pt x="452" y="226"/>
                  </a:cubicBezTo>
                  <a:cubicBezTo>
                    <a:pt x="452" y="351"/>
                    <a:pt x="351" y="452"/>
                    <a:pt x="226" y="452"/>
                  </a:cubicBezTo>
                  <a:close/>
                  <a:moveTo>
                    <a:pt x="226" y="27"/>
                  </a:moveTo>
                  <a:cubicBezTo>
                    <a:pt x="116" y="27"/>
                    <a:pt x="27" y="116"/>
                    <a:pt x="27" y="226"/>
                  </a:cubicBezTo>
                  <a:cubicBezTo>
                    <a:pt x="27" y="336"/>
                    <a:pt x="116" y="425"/>
                    <a:pt x="226" y="425"/>
                  </a:cubicBezTo>
                  <a:cubicBezTo>
                    <a:pt x="336" y="425"/>
                    <a:pt x="426" y="336"/>
                    <a:pt x="426" y="226"/>
                  </a:cubicBezTo>
                  <a:cubicBezTo>
                    <a:pt x="426" y="116"/>
                    <a:pt x="336" y="27"/>
                    <a:pt x="226" y="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55" name="Oval 33">
              <a:extLst>
                <a:ext uri="{FF2B5EF4-FFF2-40B4-BE49-F238E27FC236}">
                  <a16:creationId xmlns:a16="http://schemas.microsoft.com/office/drawing/2014/main" id="{10BA5036-A8D4-484F-8B82-95CD0D303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607" y="1847875"/>
              <a:ext cx="524885" cy="529478"/>
            </a:xfrm>
            <a:prstGeom prst="ellipse">
              <a:avLst/>
            </a:prstGeom>
            <a:solidFill>
              <a:srgbClr val="C9A13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56" name="Oval 35">
              <a:extLst>
                <a:ext uri="{FF2B5EF4-FFF2-40B4-BE49-F238E27FC236}">
                  <a16:creationId xmlns:a16="http://schemas.microsoft.com/office/drawing/2014/main" id="{3D00D9AD-A0D5-4F6A-8EEC-DB7D7DAE4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2542" y="1267354"/>
              <a:ext cx="122472" cy="124378"/>
            </a:xfrm>
            <a:prstGeom prst="ellipse">
              <a:avLst/>
            </a:prstGeom>
            <a:solidFill>
              <a:srgbClr val="C9A13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57" name="Oval 37">
              <a:extLst>
                <a:ext uri="{FF2B5EF4-FFF2-40B4-BE49-F238E27FC236}">
                  <a16:creationId xmlns:a16="http://schemas.microsoft.com/office/drawing/2014/main" id="{F2F567B3-BFC1-47B9-96C9-2AA1900FC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9819" y="5673235"/>
              <a:ext cx="146474" cy="146778"/>
            </a:xfrm>
            <a:prstGeom prst="ellipse">
              <a:avLst/>
            </a:prstGeom>
            <a:solidFill>
              <a:srgbClr val="C9A13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58" name="Oval 39">
              <a:extLst>
                <a:ext uri="{FF2B5EF4-FFF2-40B4-BE49-F238E27FC236}">
                  <a16:creationId xmlns:a16="http://schemas.microsoft.com/office/drawing/2014/main" id="{307E004F-9F52-4F38-88AC-04DCD48FA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5060" y="1777277"/>
              <a:ext cx="524885" cy="529478"/>
            </a:xfrm>
            <a:prstGeom prst="ellipse">
              <a:avLst/>
            </a:prstGeom>
            <a:solidFill>
              <a:srgbClr val="C9A13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59" name="Oval 41">
              <a:extLst>
                <a:ext uri="{FF2B5EF4-FFF2-40B4-BE49-F238E27FC236}">
                  <a16:creationId xmlns:a16="http://schemas.microsoft.com/office/drawing/2014/main" id="{BFC141A5-9C92-4964-ABCA-02002806E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8183" y="4506291"/>
              <a:ext cx="524885" cy="527271"/>
            </a:xfrm>
            <a:prstGeom prst="ellipse">
              <a:avLst/>
            </a:prstGeom>
            <a:solidFill>
              <a:srgbClr val="C9A13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60" name="Oval 43">
              <a:extLst>
                <a:ext uri="{FF2B5EF4-FFF2-40B4-BE49-F238E27FC236}">
                  <a16:creationId xmlns:a16="http://schemas.microsoft.com/office/drawing/2014/main" id="{F31B7D58-EFEF-4CB2-AE19-77BE6C9EE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745" y="4528351"/>
              <a:ext cx="522697" cy="529478"/>
            </a:xfrm>
            <a:prstGeom prst="ellipse">
              <a:avLst/>
            </a:prstGeom>
            <a:solidFill>
              <a:srgbClr val="C9A13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61" name="Oval 247">
              <a:extLst>
                <a:ext uri="{FF2B5EF4-FFF2-40B4-BE49-F238E27FC236}">
                  <a16:creationId xmlns:a16="http://schemas.microsoft.com/office/drawing/2014/main" id="{A7406CF1-2E4E-4673-A01C-E1CBF952E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5975" y="2954041"/>
              <a:ext cx="1723748" cy="1765625"/>
            </a:xfrm>
            <a:prstGeom prst="ellipse">
              <a:avLst/>
            </a:prstGeom>
            <a:solidFill>
              <a:srgbClr val="C9A13A"/>
            </a:solidFill>
            <a:ln w="762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grpSp>
          <p:nvGrpSpPr>
            <p:cNvPr id="62" name="Group 157">
              <a:extLst>
                <a:ext uri="{FF2B5EF4-FFF2-40B4-BE49-F238E27FC236}">
                  <a16:creationId xmlns:a16="http://schemas.microsoft.com/office/drawing/2014/main" id="{940033E8-F245-4E00-BF2F-3ED35986F45A}"/>
                </a:ext>
              </a:extLst>
            </p:cNvPr>
            <p:cNvGrpSpPr/>
            <p:nvPr/>
          </p:nvGrpSpPr>
          <p:grpSpPr>
            <a:xfrm>
              <a:off x="5800054" y="3489651"/>
              <a:ext cx="553956" cy="533544"/>
              <a:chOff x="4491867" y="3157199"/>
              <a:chExt cx="293602" cy="280331"/>
            </a:xfrm>
            <a:solidFill>
              <a:schemeClr val="bg1"/>
            </a:solidFill>
          </p:grpSpPr>
          <p:sp>
            <p:nvSpPr>
              <p:cNvPr id="88" name="Freeform 64">
                <a:extLst>
                  <a:ext uri="{FF2B5EF4-FFF2-40B4-BE49-F238E27FC236}">
                    <a16:creationId xmlns:a16="http://schemas.microsoft.com/office/drawing/2014/main" id="{D784E7F0-61BF-4B6D-B7C2-59A9250F28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1867" y="3157199"/>
                <a:ext cx="293602" cy="280331"/>
              </a:xfrm>
              <a:custGeom>
                <a:avLst/>
                <a:gdLst>
                  <a:gd name="T0" fmla="*/ 125 w 133"/>
                  <a:gd name="T1" fmla="*/ 0 h 127"/>
                  <a:gd name="T2" fmla="*/ 9 w 133"/>
                  <a:gd name="T3" fmla="*/ 0 h 127"/>
                  <a:gd name="T4" fmla="*/ 0 w 133"/>
                  <a:gd name="T5" fmla="*/ 9 h 127"/>
                  <a:gd name="T6" fmla="*/ 0 w 133"/>
                  <a:gd name="T7" fmla="*/ 91 h 127"/>
                  <a:gd name="T8" fmla="*/ 9 w 133"/>
                  <a:gd name="T9" fmla="*/ 100 h 127"/>
                  <a:gd name="T10" fmla="*/ 53 w 133"/>
                  <a:gd name="T11" fmla="*/ 100 h 127"/>
                  <a:gd name="T12" fmla="*/ 40 w 133"/>
                  <a:gd name="T13" fmla="*/ 118 h 127"/>
                  <a:gd name="T14" fmla="*/ 40 w 133"/>
                  <a:gd name="T15" fmla="*/ 127 h 127"/>
                  <a:gd name="T16" fmla="*/ 53 w 133"/>
                  <a:gd name="T17" fmla="*/ 127 h 127"/>
                  <a:gd name="T18" fmla="*/ 80 w 133"/>
                  <a:gd name="T19" fmla="*/ 127 h 127"/>
                  <a:gd name="T20" fmla="*/ 94 w 133"/>
                  <a:gd name="T21" fmla="*/ 127 h 127"/>
                  <a:gd name="T22" fmla="*/ 94 w 133"/>
                  <a:gd name="T23" fmla="*/ 118 h 127"/>
                  <a:gd name="T24" fmla="*/ 80 w 133"/>
                  <a:gd name="T25" fmla="*/ 100 h 127"/>
                  <a:gd name="T26" fmla="*/ 125 w 133"/>
                  <a:gd name="T27" fmla="*/ 100 h 127"/>
                  <a:gd name="T28" fmla="*/ 133 w 133"/>
                  <a:gd name="T29" fmla="*/ 91 h 127"/>
                  <a:gd name="T30" fmla="*/ 133 w 133"/>
                  <a:gd name="T31" fmla="*/ 9 h 127"/>
                  <a:gd name="T32" fmla="*/ 125 w 133"/>
                  <a:gd name="T33" fmla="*/ 0 h 127"/>
                  <a:gd name="T34" fmla="*/ 60 w 133"/>
                  <a:gd name="T35" fmla="*/ 89 h 127"/>
                  <a:gd name="T36" fmla="*/ 67 w 133"/>
                  <a:gd name="T37" fmla="*/ 82 h 127"/>
                  <a:gd name="T38" fmla="*/ 75 w 133"/>
                  <a:gd name="T39" fmla="*/ 89 h 127"/>
                  <a:gd name="T40" fmla="*/ 67 w 133"/>
                  <a:gd name="T41" fmla="*/ 97 h 127"/>
                  <a:gd name="T42" fmla="*/ 60 w 133"/>
                  <a:gd name="T43" fmla="*/ 89 h 127"/>
                  <a:gd name="T44" fmla="*/ 124 w 133"/>
                  <a:gd name="T45" fmla="*/ 79 h 127"/>
                  <a:gd name="T46" fmla="*/ 10 w 133"/>
                  <a:gd name="T47" fmla="*/ 79 h 127"/>
                  <a:gd name="T48" fmla="*/ 10 w 133"/>
                  <a:gd name="T49" fmla="*/ 10 h 127"/>
                  <a:gd name="T50" fmla="*/ 124 w 133"/>
                  <a:gd name="T51" fmla="*/ 10 h 127"/>
                  <a:gd name="T52" fmla="*/ 124 w 133"/>
                  <a:gd name="T53" fmla="*/ 79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33" h="127">
                    <a:moveTo>
                      <a:pt x="125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6"/>
                      <a:pt x="4" y="100"/>
                      <a:pt x="9" y="100"/>
                    </a:cubicBezTo>
                    <a:cubicBezTo>
                      <a:pt x="53" y="100"/>
                      <a:pt x="53" y="100"/>
                      <a:pt x="53" y="100"/>
                    </a:cubicBezTo>
                    <a:cubicBezTo>
                      <a:pt x="53" y="100"/>
                      <a:pt x="55" y="118"/>
                      <a:pt x="40" y="118"/>
                    </a:cubicBezTo>
                    <a:cubicBezTo>
                      <a:pt x="40" y="127"/>
                      <a:pt x="40" y="127"/>
                      <a:pt x="40" y="127"/>
                    </a:cubicBezTo>
                    <a:cubicBezTo>
                      <a:pt x="53" y="127"/>
                      <a:pt x="53" y="127"/>
                      <a:pt x="53" y="127"/>
                    </a:cubicBezTo>
                    <a:cubicBezTo>
                      <a:pt x="80" y="127"/>
                      <a:pt x="80" y="127"/>
                      <a:pt x="80" y="127"/>
                    </a:cubicBezTo>
                    <a:cubicBezTo>
                      <a:pt x="94" y="127"/>
                      <a:pt x="94" y="127"/>
                      <a:pt x="94" y="127"/>
                    </a:cubicBezTo>
                    <a:cubicBezTo>
                      <a:pt x="94" y="118"/>
                      <a:pt x="94" y="118"/>
                      <a:pt x="94" y="118"/>
                    </a:cubicBezTo>
                    <a:cubicBezTo>
                      <a:pt x="78" y="118"/>
                      <a:pt x="80" y="100"/>
                      <a:pt x="80" y="100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9" y="100"/>
                      <a:pt x="133" y="96"/>
                      <a:pt x="133" y="91"/>
                    </a:cubicBezTo>
                    <a:cubicBezTo>
                      <a:pt x="133" y="9"/>
                      <a:pt x="133" y="9"/>
                      <a:pt x="133" y="9"/>
                    </a:cubicBezTo>
                    <a:cubicBezTo>
                      <a:pt x="133" y="4"/>
                      <a:pt x="129" y="0"/>
                      <a:pt x="125" y="0"/>
                    </a:cubicBezTo>
                    <a:close/>
                    <a:moveTo>
                      <a:pt x="60" y="89"/>
                    </a:moveTo>
                    <a:cubicBezTo>
                      <a:pt x="60" y="85"/>
                      <a:pt x="63" y="82"/>
                      <a:pt x="67" y="82"/>
                    </a:cubicBezTo>
                    <a:cubicBezTo>
                      <a:pt x="72" y="82"/>
                      <a:pt x="75" y="85"/>
                      <a:pt x="75" y="89"/>
                    </a:cubicBezTo>
                    <a:cubicBezTo>
                      <a:pt x="75" y="94"/>
                      <a:pt x="72" y="97"/>
                      <a:pt x="67" y="97"/>
                    </a:cubicBezTo>
                    <a:cubicBezTo>
                      <a:pt x="63" y="97"/>
                      <a:pt x="60" y="94"/>
                      <a:pt x="60" y="89"/>
                    </a:cubicBezTo>
                    <a:close/>
                    <a:moveTo>
                      <a:pt x="124" y="79"/>
                    </a:moveTo>
                    <a:cubicBezTo>
                      <a:pt x="10" y="79"/>
                      <a:pt x="10" y="79"/>
                      <a:pt x="10" y="79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24" y="10"/>
                      <a:pt x="124" y="10"/>
                      <a:pt x="124" y="10"/>
                    </a:cubicBezTo>
                    <a:lnTo>
                      <a:pt x="124" y="7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89" name="Oval 65">
                <a:extLst>
                  <a:ext uri="{FF2B5EF4-FFF2-40B4-BE49-F238E27FC236}">
                    <a16:creationId xmlns:a16="http://schemas.microsoft.com/office/drawing/2014/main" id="{AA02DDA2-EF0D-4B27-A0A4-EEA716EDB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7437" y="3365998"/>
                <a:ext cx="29949" cy="32446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</p:grpSp>
        <p:sp>
          <p:nvSpPr>
            <p:cNvPr id="63" name="Text Box 10">
              <a:extLst>
                <a:ext uri="{FF2B5EF4-FFF2-40B4-BE49-F238E27FC236}">
                  <a16:creationId xmlns:a16="http://schemas.microsoft.com/office/drawing/2014/main" id="{E3EA5530-FAF6-4B5F-9CE7-6AAED009F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8458" y="4035442"/>
              <a:ext cx="1154306" cy="617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0960" tIns="30480" rIns="60960" bIns="30480">
              <a:spAutoFit/>
            </a:bodyPr>
            <a:lstStyle/>
            <a:p>
              <a:pPr algn="ctr" defTabSz="1450940">
                <a:lnSpc>
                  <a:spcPct val="20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+mj-ea"/>
                  <a:ea typeface="+mj-ea"/>
                  <a:cs typeface="Open Sans" pitchFamily="34" charset="0"/>
                </a:rPr>
                <a:t>输入标题</a:t>
              </a:r>
              <a:endParaRPr lang="en-US" sz="1600" b="1" dirty="0">
                <a:solidFill>
                  <a:schemeClr val="bg1"/>
                </a:solidFill>
                <a:latin typeface="+mj-ea"/>
                <a:ea typeface="+mj-ea"/>
                <a:cs typeface="Open Sans" pitchFamily="34" charset="0"/>
              </a:endParaRPr>
            </a:p>
          </p:txBody>
        </p:sp>
        <p:grpSp>
          <p:nvGrpSpPr>
            <p:cNvPr id="64" name="Group 161">
              <a:extLst>
                <a:ext uri="{FF2B5EF4-FFF2-40B4-BE49-F238E27FC236}">
                  <a16:creationId xmlns:a16="http://schemas.microsoft.com/office/drawing/2014/main" id="{4E653E9C-EEA7-43F3-836E-CAD31EB4A2E3}"/>
                </a:ext>
              </a:extLst>
            </p:cNvPr>
            <p:cNvGrpSpPr/>
            <p:nvPr/>
          </p:nvGrpSpPr>
          <p:grpSpPr>
            <a:xfrm>
              <a:off x="5440082" y="1567508"/>
              <a:ext cx="540847" cy="545580"/>
              <a:chOff x="6352022" y="2360197"/>
              <a:chExt cx="406813" cy="406813"/>
            </a:xfrm>
            <a:solidFill>
              <a:srgbClr val="EB641B"/>
            </a:solidFill>
          </p:grpSpPr>
          <p:sp>
            <p:nvSpPr>
              <p:cNvPr id="85" name="Freeform 39">
                <a:extLst>
                  <a:ext uri="{FF2B5EF4-FFF2-40B4-BE49-F238E27FC236}">
                    <a16:creationId xmlns:a16="http://schemas.microsoft.com/office/drawing/2014/main" id="{1BED57C7-9EED-41F4-8C76-73354B6CEC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52022" y="2360197"/>
                <a:ext cx="406813" cy="406813"/>
              </a:xfrm>
              <a:custGeom>
                <a:avLst/>
                <a:gdLst>
                  <a:gd name="T0" fmla="*/ 61 w 122"/>
                  <a:gd name="T1" fmla="*/ 0 h 122"/>
                  <a:gd name="T2" fmla="*/ 0 w 122"/>
                  <a:gd name="T3" fmla="*/ 61 h 122"/>
                  <a:gd name="T4" fmla="*/ 61 w 122"/>
                  <a:gd name="T5" fmla="*/ 122 h 122"/>
                  <a:gd name="T6" fmla="*/ 122 w 122"/>
                  <a:gd name="T7" fmla="*/ 61 h 122"/>
                  <a:gd name="T8" fmla="*/ 61 w 122"/>
                  <a:gd name="T9" fmla="*/ 0 h 122"/>
                  <a:gd name="T10" fmla="*/ 65 w 122"/>
                  <a:gd name="T11" fmla="*/ 109 h 122"/>
                  <a:gd name="T12" fmla="*/ 65 w 122"/>
                  <a:gd name="T13" fmla="*/ 102 h 122"/>
                  <a:gd name="T14" fmla="*/ 58 w 122"/>
                  <a:gd name="T15" fmla="*/ 102 h 122"/>
                  <a:gd name="T16" fmla="*/ 58 w 122"/>
                  <a:gd name="T17" fmla="*/ 109 h 122"/>
                  <a:gd name="T18" fmla="*/ 30 w 122"/>
                  <a:gd name="T19" fmla="*/ 97 h 122"/>
                  <a:gd name="T20" fmla="*/ 29 w 122"/>
                  <a:gd name="T21" fmla="*/ 97 h 122"/>
                  <a:gd name="T22" fmla="*/ 27 w 122"/>
                  <a:gd name="T23" fmla="*/ 95 h 122"/>
                  <a:gd name="T24" fmla="*/ 25 w 122"/>
                  <a:gd name="T25" fmla="*/ 93 h 122"/>
                  <a:gd name="T26" fmla="*/ 25 w 122"/>
                  <a:gd name="T27" fmla="*/ 92 h 122"/>
                  <a:gd name="T28" fmla="*/ 13 w 122"/>
                  <a:gd name="T29" fmla="*/ 64 h 122"/>
                  <a:gd name="T30" fmla="*/ 20 w 122"/>
                  <a:gd name="T31" fmla="*/ 64 h 122"/>
                  <a:gd name="T32" fmla="*/ 20 w 122"/>
                  <a:gd name="T33" fmla="*/ 57 h 122"/>
                  <a:gd name="T34" fmla="*/ 13 w 122"/>
                  <a:gd name="T35" fmla="*/ 57 h 122"/>
                  <a:gd name="T36" fmla="*/ 58 w 122"/>
                  <a:gd name="T37" fmla="*/ 13 h 122"/>
                  <a:gd name="T38" fmla="*/ 58 w 122"/>
                  <a:gd name="T39" fmla="*/ 20 h 122"/>
                  <a:gd name="T40" fmla="*/ 65 w 122"/>
                  <a:gd name="T41" fmla="*/ 20 h 122"/>
                  <a:gd name="T42" fmla="*/ 65 w 122"/>
                  <a:gd name="T43" fmla="*/ 13 h 122"/>
                  <a:gd name="T44" fmla="*/ 83 w 122"/>
                  <a:gd name="T45" fmla="*/ 18 h 122"/>
                  <a:gd name="T46" fmla="*/ 83 w 122"/>
                  <a:gd name="T47" fmla="*/ 18 h 122"/>
                  <a:gd name="T48" fmla="*/ 87 w 122"/>
                  <a:gd name="T49" fmla="*/ 20 h 122"/>
                  <a:gd name="T50" fmla="*/ 88 w 122"/>
                  <a:gd name="T51" fmla="*/ 21 h 122"/>
                  <a:gd name="T52" fmla="*/ 90 w 122"/>
                  <a:gd name="T53" fmla="*/ 23 h 122"/>
                  <a:gd name="T54" fmla="*/ 91 w 122"/>
                  <a:gd name="T55" fmla="*/ 24 h 122"/>
                  <a:gd name="T56" fmla="*/ 94 w 122"/>
                  <a:gd name="T57" fmla="*/ 25 h 122"/>
                  <a:gd name="T58" fmla="*/ 95 w 122"/>
                  <a:gd name="T59" fmla="*/ 27 h 122"/>
                  <a:gd name="T60" fmla="*/ 97 w 122"/>
                  <a:gd name="T61" fmla="*/ 28 h 122"/>
                  <a:gd name="T62" fmla="*/ 98 w 122"/>
                  <a:gd name="T63" fmla="*/ 31 h 122"/>
                  <a:gd name="T64" fmla="*/ 99 w 122"/>
                  <a:gd name="T65" fmla="*/ 32 h 122"/>
                  <a:gd name="T66" fmla="*/ 101 w 122"/>
                  <a:gd name="T67" fmla="*/ 34 h 122"/>
                  <a:gd name="T68" fmla="*/ 102 w 122"/>
                  <a:gd name="T69" fmla="*/ 35 h 122"/>
                  <a:gd name="T70" fmla="*/ 104 w 122"/>
                  <a:gd name="T71" fmla="*/ 39 h 122"/>
                  <a:gd name="T72" fmla="*/ 104 w 122"/>
                  <a:gd name="T73" fmla="*/ 39 h 122"/>
                  <a:gd name="T74" fmla="*/ 109 w 122"/>
                  <a:gd name="T75" fmla="*/ 57 h 122"/>
                  <a:gd name="T76" fmla="*/ 102 w 122"/>
                  <a:gd name="T77" fmla="*/ 57 h 122"/>
                  <a:gd name="T78" fmla="*/ 102 w 122"/>
                  <a:gd name="T79" fmla="*/ 64 h 122"/>
                  <a:gd name="T80" fmla="*/ 109 w 122"/>
                  <a:gd name="T81" fmla="*/ 64 h 122"/>
                  <a:gd name="T82" fmla="*/ 65 w 122"/>
                  <a:gd name="T83" fmla="*/ 109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22" h="122">
                    <a:moveTo>
                      <a:pt x="61" y="0"/>
                    </a:moveTo>
                    <a:cubicBezTo>
                      <a:pt x="27" y="0"/>
                      <a:pt x="0" y="27"/>
                      <a:pt x="0" y="61"/>
                    </a:cubicBezTo>
                    <a:cubicBezTo>
                      <a:pt x="0" y="95"/>
                      <a:pt x="27" y="122"/>
                      <a:pt x="61" y="122"/>
                    </a:cubicBezTo>
                    <a:cubicBezTo>
                      <a:pt x="95" y="122"/>
                      <a:pt x="122" y="95"/>
                      <a:pt x="122" y="61"/>
                    </a:cubicBezTo>
                    <a:cubicBezTo>
                      <a:pt x="122" y="27"/>
                      <a:pt x="95" y="0"/>
                      <a:pt x="61" y="0"/>
                    </a:cubicBezTo>
                    <a:close/>
                    <a:moveTo>
                      <a:pt x="65" y="109"/>
                    </a:moveTo>
                    <a:cubicBezTo>
                      <a:pt x="65" y="102"/>
                      <a:pt x="65" y="102"/>
                      <a:pt x="65" y="102"/>
                    </a:cubicBezTo>
                    <a:cubicBezTo>
                      <a:pt x="58" y="102"/>
                      <a:pt x="58" y="102"/>
                      <a:pt x="58" y="102"/>
                    </a:cubicBezTo>
                    <a:cubicBezTo>
                      <a:pt x="58" y="109"/>
                      <a:pt x="58" y="109"/>
                      <a:pt x="58" y="109"/>
                    </a:cubicBezTo>
                    <a:cubicBezTo>
                      <a:pt x="47" y="108"/>
                      <a:pt x="37" y="104"/>
                      <a:pt x="30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8" y="96"/>
                      <a:pt x="28" y="95"/>
                      <a:pt x="27" y="95"/>
                    </a:cubicBezTo>
                    <a:cubicBezTo>
                      <a:pt x="27" y="94"/>
                      <a:pt x="26" y="94"/>
                      <a:pt x="25" y="93"/>
                    </a:cubicBezTo>
                    <a:cubicBezTo>
                      <a:pt x="25" y="93"/>
                      <a:pt x="25" y="93"/>
                      <a:pt x="25" y="92"/>
                    </a:cubicBezTo>
                    <a:cubicBezTo>
                      <a:pt x="18" y="85"/>
                      <a:pt x="14" y="75"/>
                      <a:pt x="13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5" y="34"/>
                      <a:pt x="34" y="15"/>
                      <a:pt x="58" y="13"/>
                    </a:cubicBezTo>
                    <a:cubicBezTo>
                      <a:pt x="58" y="20"/>
                      <a:pt x="58" y="20"/>
                      <a:pt x="58" y="2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5" y="13"/>
                      <a:pt x="65" y="13"/>
                      <a:pt x="65" y="13"/>
                    </a:cubicBezTo>
                    <a:cubicBezTo>
                      <a:pt x="71" y="14"/>
                      <a:pt x="77" y="15"/>
                      <a:pt x="83" y="18"/>
                    </a:cubicBezTo>
                    <a:cubicBezTo>
                      <a:pt x="83" y="18"/>
                      <a:pt x="83" y="18"/>
                      <a:pt x="83" y="18"/>
                    </a:cubicBezTo>
                    <a:cubicBezTo>
                      <a:pt x="84" y="19"/>
                      <a:pt x="86" y="20"/>
                      <a:pt x="87" y="20"/>
                    </a:cubicBezTo>
                    <a:cubicBezTo>
                      <a:pt x="87" y="20"/>
                      <a:pt x="87" y="21"/>
                      <a:pt x="88" y="21"/>
                    </a:cubicBezTo>
                    <a:cubicBezTo>
                      <a:pt x="88" y="21"/>
                      <a:pt x="89" y="22"/>
                      <a:pt x="90" y="23"/>
                    </a:cubicBezTo>
                    <a:cubicBezTo>
                      <a:pt x="91" y="23"/>
                      <a:pt x="91" y="23"/>
                      <a:pt x="91" y="24"/>
                    </a:cubicBezTo>
                    <a:cubicBezTo>
                      <a:pt x="92" y="24"/>
                      <a:pt x="93" y="25"/>
                      <a:pt x="94" y="25"/>
                    </a:cubicBezTo>
                    <a:cubicBezTo>
                      <a:pt x="94" y="26"/>
                      <a:pt x="95" y="26"/>
                      <a:pt x="95" y="27"/>
                    </a:cubicBezTo>
                    <a:cubicBezTo>
                      <a:pt x="96" y="27"/>
                      <a:pt x="96" y="28"/>
                      <a:pt x="97" y="28"/>
                    </a:cubicBezTo>
                    <a:cubicBezTo>
                      <a:pt x="97" y="29"/>
                      <a:pt x="98" y="30"/>
                      <a:pt x="98" y="31"/>
                    </a:cubicBezTo>
                    <a:cubicBezTo>
                      <a:pt x="99" y="31"/>
                      <a:pt x="99" y="31"/>
                      <a:pt x="99" y="32"/>
                    </a:cubicBezTo>
                    <a:cubicBezTo>
                      <a:pt x="100" y="33"/>
                      <a:pt x="101" y="34"/>
                      <a:pt x="101" y="34"/>
                    </a:cubicBezTo>
                    <a:cubicBezTo>
                      <a:pt x="101" y="35"/>
                      <a:pt x="102" y="35"/>
                      <a:pt x="102" y="35"/>
                    </a:cubicBezTo>
                    <a:cubicBezTo>
                      <a:pt x="102" y="36"/>
                      <a:pt x="103" y="37"/>
                      <a:pt x="104" y="39"/>
                    </a:cubicBezTo>
                    <a:cubicBezTo>
                      <a:pt x="104" y="39"/>
                      <a:pt x="104" y="39"/>
                      <a:pt x="104" y="39"/>
                    </a:cubicBezTo>
                    <a:cubicBezTo>
                      <a:pt x="107" y="45"/>
                      <a:pt x="108" y="51"/>
                      <a:pt x="109" y="57"/>
                    </a:cubicBezTo>
                    <a:cubicBezTo>
                      <a:pt x="102" y="57"/>
                      <a:pt x="102" y="57"/>
                      <a:pt x="102" y="57"/>
                    </a:cubicBezTo>
                    <a:cubicBezTo>
                      <a:pt x="102" y="64"/>
                      <a:pt x="102" y="64"/>
                      <a:pt x="102" y="64"/>
                    </a:cubicBezTo>
                    <a:cubicBezTo>
                      <a:pt x="109" y="64"/>
                      <a:pt x="109" y="64"/>
                      <a:pt x="109" y="64"/>
                    </a:cubicBezTo>
                    <a:cubicBezTo>
                      <a:pt x="107" y="88"/>
                      <a:pt x="88" y="107"/>
                      <a:pt x="65" y="109"/>
                    </a:cubicBezTo>
                    <a:close/>
                  </a:path>
                </a:pathLst>
              </a:custGeom>
              <a:solidFill>
                <a:srgbClr val="C9A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86" name="Freeform 40">
                <a:extLst>
                  <a:ext uri="{FF2B5EF4-FFF2-40B4-BE49-F238E27FC236}">
                    <a16:creationId xmlns:a16="http://schemas.microsoft.com/office/drawing/2014/main" id="{F9E7844B-E4F3-4C0C-9D08-42EDF922F2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06761" y="2460029"/>
                <a:ext cx="119797" cy="177201"/>
              </a:xfrm>
              <a:custGeom>
                <a:avLst/>
                <a:gdLst>
                  <a:gd name="T0" fmla="*/ 8 w 36"/>
                  <a:gd name="T1" fmla="*/ 29 h 53"/>
                  <a:gd name="T2" fmla="*/ 8 w 36"/>
                  <a:gd name="T3" fmla="*/ 29 h 53"/>
                  <a:gd name="T4" fmla="*/ 0 w 36"/>
                  <a:gd name="T5" fmla="*/ 53 h 53"/>
                  <a:gd name="T6" fmla="*/ 19 w 36"/>
                  <a:gd name="T7" fmla="*/ 36 h 53"/>
                  <a:gd name="T8" fmla="*/ 19 w 36"/>
                  <a:gd name="T9" fmla="*/ 36 h 53"/>
                  <a:gd name="T10" fmla="*/ 22 w 36"/>
                  <a:gd name="T11" fmla="*/ 33 h 53"/>
                  <a:gd name="T12" fmla="*/ 36 w 36"/>
                  <a:gd name="T13" fmla="*/ 0 h 53"/>
                  <a:gd name="T14" fmla="*/ 11 w 36"/>
                  <a:gd name="T15" fmla="*/ 25 h 53"/>
                  <a:gd name="T16" fmla="*/ 8 w 36"/>
                  <a:gd name="T17" fmla="*/ 29 h 53"/>
                  <a:gd name="T18" fmla="*/ 15 w 36"/>
                  <a:gd name="T19" fmla="*/ 28 h 53"/>
                  <a:gd name="T20" fmla="*/ 18 w 36"/>
                  <a:gd name="T21" fmla="*/ 31 h 53"/>
                  <a:gd name="T22" fmla="*/ 15 w 36"/>
                  <a:gd name="T23" fmla="*/ 34 h 53"/>
                  <a:gd name="T24" fmla="*/ 12 w 36"/>
                  <a:gd name="T25" fmla="*/ 31 h 53"/>
                  <a:gd name="T26" fmla="*/ 15 w 36"/>
                  <a:gd name="T27" fmla="*/ 2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6" h="53">
                    <a:moveTo>
                      <a:pt x="8" y="29"/>
                    </a:moveTo>
                    <a:cubicBezTo>
                      <a:pt x="8" y="29"/>
                      <a:pt x="8" y="29"/>
                      <a:pt x="8" y="29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1" y="35"/>
                      <a:pt x="22" y="33"/>
                      <a:pt x="22" y="33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0" y="26"/>
                      <a:pt x="9" y="28"/>
                      <a:pt x="8" y="29"/>
                    </a:cubicBezTo>
                    <a:close/>
                    <a:moveTo>
                      <a:pt x="15" y="28"/>
                    </a:moveTo>
                    <a:cubicBezTo>
                      <a:pt x="17" y="28"/>
                      <a:pt x="18" y="29"/>
                      <a:pt x="18" y="31"/>
                    </a:cubicBezTo>
                    <a:cubicBezTo>
                      <a:pt x="18" y="33"/>
                      <a:pt x="17" y="34"/>
                      <a:pt x="15" y="34"/>
                    </a:cubicBezTo>
                    <a:cubicBezTo>
                      <a:pt x="13" y="34"/>
                      <a:pt x="12" y="33"/>
                      <a:pt x="12" y="31"/>
                    </a:cubicBezTo>
                    <a:cubicBezTo>
                      <a:pt x="12" y="29"/>
                      <a:pt x="13" y="28"/>
                      <a:pt x="15" y="28"/>
                    </a:cubicBezTo>
                    <a:close/>
                  </a:path>
                </a:pathLst>
              </a:custGeom>
              <a:solidFill>
                <a:srgbClr val="C9A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87" name="Oval 41">
                <a:extLst>
                  <a:ext uri="{FF2B5EF4-FFF2-40B4-BE49-F238E27FC236}">
                    <a16:creationId xmlns:a16="http://schemas.microsoft.com/office/drawing/2014/main" id="{C6027636-D173-45BE-8A81-19255D8A6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1685" y="2557365"/>
                <a:ext cx="9983" cy="9983"/>
              </a:xfrm>
              <a:prstGeom prst="ellipse">
                <a:avLst/>
              </a:prstGeom>
              <a:solidFill>
                <a:srgbClr val="B600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</p:grpSp>
        <p:grpSp>
          <p:nvGrpSpPr>
            <p:cNvPr id="65" name="Group 81">
              <a:extLst>
                <a:ext uri="{FF2B5EF4-FFF2-40B4-BE49-F238E27FC236}">
                  <a16:creationId xmlns:a16="http://schemas.microsoft.com/office/drawing/2014/main" id="{386998F8-E0EE-4169-94AA-95AB86B11075}"/>
                </a:ext>
              </a:extLst>
            </p:cNvPr>
            <p:cNvGrpSpPr/>
            <p:nvPr/>
          </p:nvGrpSpPr>
          <p:grpSpPr>
            <a:xfrm>
              <a:off x="6309293" y="5552007"/>
              <a:ext cx="453746" cy="389224"/>
              <a:chOff x="7700963" y="2874963"/>
              <a:chExt cx="434975" cy="369888"/>
            </a:xfrm>
            <a:solidFill>
              <a:srgbClr val="DA1F28"/>
            </a:solidFill>
          </p:grpSpPr>
          <p:sp>
            <p:nvSpPr>
              <p:cNvPr id="80" name="Freeform 829">
                <a:extLst>
                  <a:ext uri="{FF2B5EF4-FFF2-40B4-BE49-F238E27FC236}">
                    <a16:creationId xmlns:a16="http://schemas.microsoft.com/office/drawing/2014/main" id="{A17E6172-1FBA-431A-A744-4AF36CFA3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25" y="3017838"/>
                <a:ext cx="346075" cy="115888"/>
              </a:xfrm>
              <a:custGeom>
                <a:avLst/>
                <a:gdLst/>
                <a:ahLst/>
                <a:cxnLst>
                  <a:cxn ang="0">
                    <a:pos x="2" y="32"/>
                  </a:cxn>
                  <a:cxn ang="0">
                    <a:pos x="3" y="32"/>
                  </a:cxn>
                  <a:cxn ang="0">
                    <a:pos x="5" y="30"/>
                  </a:cxn>
                  <a:cxn ang="0">
                    <a:pos x="5" y="26"/>
                  </a:cxn>
                  <a:cxn ang="0">
                    <a:pos x="13" y="18"/>
                  </a:cxn>
                  <a:cxn ang="0">
                    <a:pos x="43" y="18"/>
                  </a:cxn>
                  <a:cxn ang="0">
                    <a:pos x="47" y="21"/>
                  </a:cxn>
                  <a:cxn ang="0">
                    <a:pos x="47" y="30"/>
                  </a:cxn>
                  <a:cxn ang="0">
                    <a:pos x="49" y="32"/>
                  </a:cxn>
                  <a:cxn ang="0">
                    <a:pos x="49" y="32"/>
                  </a:cxn>
                  <a:cxn ang="0">
                    <a:pos x="51" y="30"/>
                  </a:cxn>
                  <a:cxn ang="0">
                    <a:pos x="51" y="21"/>
                  </a:cxn>
                  <a:cxn ang="0">
                    <a:pos x="54" y="18"/>
                  </a:cxn>
                  <a:cxn ang="0">
                    <a:pos x="85" y="18"/>
                  </a:cxn>
                  <a:cxn ang="0">
                    <a:pos x="93" y="26"/>
                  </a:cxn>
                  <a:cxn ang="0">
                    <a:pos x="93" y="30"/>
                  </a:cxn>
                  <a:cxn ang="0">
                    <a:pos x="95" y="32"/>
                  </a:cxn>
                  <a:cxn ang="0">
                    <a:pos x="95" y="32"/>
                  </a:cxn>
                  <a:cxn ang="0">
                    <a:pos x="97" y="30"/>
                  </a:cxn>
                  <a:cxn ang="0">
                    <a:pos x="97" y="26"/>
                  </a:cxn>
                  <a:cxn ang="0">
                    <a:pos x="85" y="13"/>
                  </a:cxn>
                  <a:cxn ang="0">
                    <a:pos x="54" y="13"/>
                  </a:cxn>
                  <a:cxn ang="0">
                    <a:pos x="51" y="10"/>
                  </a:cxn>
                  <a:cxn ang="0">
                    <a:pos x="51" y="2"/>
                  </a:cxn>
                  <a:cxn ang="0">
                    <a:pos x="49" y="0"/>
                  </a:cxn>
                  <a:cxn ang="0">
                    <a:pos x="49" y="0"/>
                  </a:cxn>
                  <a:cxn ang="0">
                    <a:pos x="47" y="2"/>
                  </a:cxn>
                  <a:cxn ang="0">
                    <a:pos x="47" y="10"/>
                  </a:cxn>
                  <a:cxn ang="0">
                    <a:pos x="43" y="13"/>
                  </a:cxn>
                  <a:cxn ang="0">
                    <a:pos x="13" y="13"/>
                  </a:cxn>
                  <a:cxn ang="0">
                    <a:pos x="0" y="26"/>
                  </a:cxn>
                  <a:cxn ang="0">
                    <a:pos x="0" y="30"/>
                  </a:cxn>
                  <a:cxn ang="0">
                    <a:pos x="2" y="32"/>
                  </a:cxn>
                </a:cxnLst>
                <a:rect l="0" t="0" r="r" b="b"/>
                <a:pathLst>
                  <a:path w="97" h="32">
                    <a:moveTo>
                      <a:pt x="2" y="32"/>
                    </a:moveTo>
                    <a:cubicBezTo>
                      <a:pt x="3" y="32"/>
                      <a:pt x="3" y="32"/>
                      <a:pt x="3" y="32"/>
                    </a:cubicBezTo>
                    <a:cubicBezTo>
                      <a:pt x="4" y="32"/>
                      <a:pt x="5" y="31"/>
                      <a:pt x="5" y="30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1"/>
                      <a:pt x="8" y="18"/>
                      <a:pt x="13" y="18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5" y="18"/>
                      <a:pt x="47" y="19"/>
                      <a:pt x="47" y="21"/>
                    </a:cubicBezTo>
                    <a:cubicBezTo>
                      <a:pt x="47" y="30"/>
                      <a:pt x="47" y="30"/>
                      <a:pt x="47" y="30"/>
                    </a:cubicBezTo>
                    <a:cubicBezTo>
                      <a:pt x="47" y="31"/>
                      <a:pt x="48" y="32"/>
                      <a:pt x="49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0" y="32"/>
                      <a:pt x="51" y="31"/>
                      <a:pt x="51" y="30"/>
                    </a:cubicBezTo>
                    <a:cubicBezTo>
                      <a:pt x="51" y="21"/>
                      <a:pt x="51" y="21"/>
                      <a:pt x="51" y="21"/>
                    </a:cubicBezTo>
                    <a:cubicBezTo>
                      <a:pt x="51" y="19"/>
                      <a:pt x="52" y="18"/>
                      <a:pt x="54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9" y="18"/>
                      <a:pt x="93" y="21"/>
                      <a:pt x="93" y="26"/>
                    </a:cubicBezTo>
                    <a:cubicBezTo>
                      <a:pt x="93" y="30"/>
                      <a:pt x="93" y="30"/>
                      <a:pt x="93" y="30"/>
                    </a:cubicBezTo>
                    <a:cubicBezTo>
                      <a:pt x="93" y="31"/>
                      <a:pt x="94" y="32"/>
                      <a:pt x="95" y="32"/>
                    </a:cubicBezTo>
                    <a:cubicBezTo>
                      <a:pt x="95" y="32"/>
                      <a:pt x="95" y="32"/>
                      <a:pt x="95" y="32"/>
                    </a:cubicBezTo>
                    <a:cubicBezTo>
                      <a:pt x="97" y="32"/>
                      <a:pt x="97" y="31"/>
                      <a:pt x="97" y="30"/>
                    </a:cubicBezTo>
                    <a:cubicBezTo>
                      <a:pt x="97" y="26"/>
                      <a:pt x="97" y="26"/>
                      <a:pt x="97" y="26"/>
                    </a:cubicBezTo>
                    <a:cubicBezTo>
                      <a:pt x="97" y="19"/>
                      <a:pt x="92" y="13"/>
                      <a:pt x="85" y="13"/>
                    </a:cubicBezTo>
                    <a:cubicBezTo>
                      <a:pt x="54" y="13"/>
                      <a:pt x="54" y="13"/>
                      <a:pt x="54" y="13"/>
                    </a:cubicBezTo>
                    <a:cubicBezTo>
                      <a:pt x="52" y="13"/>
                      <a:pt x="51" y="12"/>
                      <a:pt x="51" y="10"/>
                    </a:cubicBezTo>
                    <a:cubicBezTo>
                      <a:pt x="51" y="2"/>
                      <a:pt x="51" y="2"/>
                      <a:pt x="51" y="2"/>
                    </a:cubicBezTo>
                    <a:cubicBezTo>
                      <a:pt x="51" y="1"/>
                      <a:pt x="50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8" y="0"/>
                      <a:pt x="47" y="1"/>
                      <a:pt x="47" y="2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2"/>
                      <a:pt x="45" y="13"/>
                      <a:pt x="43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6" y="13"/>
                      <a:pt x="0" y="19"/>
                      <a:pt x="0" y="2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1"/>
                      <a:pt x="1" y="32"/>
                      <a:pt x="2" y="32"/>
                    </a:cubicBezTo>
                    <a:close/>
                  </a:path>
                </a:pathLst>
              </a:custGeom>
              <a:solidFill>
                <a:srgbClr val="FFBBBB"/>
              </a:solidFill>
              <a:ln w="9525">
                <a:solidFill>
                  <a:srgbClr val="C9A13A"/>
                </a:solidFill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81" name="Freeform 830">
                <a:extLst>
                  <a:ext uri="{FF2B5EF4-FFF2-40B4-BE49-F238E27FC236}">
                    <a16:creationId xmlns:a16="http://schemas.microsoft.com/office/drawing/2014/main" id="{BCCAEAA0-0ADD-4E7C-88C8-ED24491F6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7013" y="2874963"/>
                <a:ext cx="142875" cy="128588"/>
              </a:xfrm>
              <a:custGeom>
                <a:avLst/>
                <a:gdLst/>
                <a:ahLst/>
                <a:cxnLst>
                  <a:cxn ang="0">
                    <a:pos x="8" y="36"/>
                  </a:cxn>
                  <a:cxn ang="0">
                    <a:pos x="18" y="36"/>
                  </a:cxn>
                  <a:cxn ang="0">
                    <a:pos x="22" y="36"/>
                  </a:cxn>
                  <a:cxn ang="0">
                    <a:pos x="32" y="36"/>
                  </a:cxn>
                  <a:cxn ang="0">
                    <a:pos x="40" y="28"/>
                  </a:cxn>
                  <a:cxn ang="0">
                    <a:pos x="40" y="8"/>
                  </a:cxn>
                  <a:cxn ang="0">
                    <a:pos x="32" y="0"/>
                  </a:cxn>
                  <a:cxn ang="0">
                    <a:pos x="8" y="0"/>
                  </a:cxn>
                  <a:cxn ang="0">
                    <a:pos x="0" y="8"/>
                  </a:cxn>
                  <a:cxn ang="0">
                    <a:pos x="0" y="28"/>
                  </a:cxn>
                  <a:cxn ang="0">
                    <a:pos x="8" y="36"/>
                  </a:cxn>
                </a:cxnLst>
                <a:rect l="0" t="0" r="r" b="b"/>
                <a:pathLst>
                  <a:path w="40" h="36">
                    <a:moveTo>
                      <a:pt x="8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6" y="36"/>
                      <a:pt x="40" y="32"/>
                      <a:pt x="40" y="2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3"/>
                      <a:pt x="36" y="0"/>
                      <a:pt x="3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2"/>
                      <a:pt x="4" y="36"/>
                      <a:pt x="8" y="36"/>
                    </a:cubicBezTo>
                    <a:close/>
                  </a:path>
                </a:pathLst>
              </a:custGeom>
              <a:solidFill>
                <a:srgbClr val="C9A1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82" name="Freeform 831">
                <a:extLst>
                  <a:ext uri="{FF2B5EF4-FFF2-40B4-BE49-F238E27FC236}">
                    <a16:creationId xmlns:a16="http://schemas.microsoft.com/office/drawing/2014/main" id="{5ACE2E91-81D7-44F2-A206-41999FE26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0963" y="3148013"/>
                <a:ext cx="103188" cy="96838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0" y="21"/>
                  </a:cxn>
                  <a:cxn ang="0">
                    <a:pos x="6" y="27"/>
                  </a:cxn>
                  <a:cxn ang="0">
                    <a:pos x="23" y="27"/>
                  </a:cxn>
                  <a:cxn ang="0">
                    <a:pos x="29" y="21"/>
                  </a:cxn>
                  <a:cxn ang="0">
                    <a:pos x="29" y="6"/>
                  </a:cxn>
                  <a:cxn ang="0">
                    <a:pos x="23" y="0"/>
                  </a:cxn>
                </a:cxnLst>
                <a:rect l="0" t="0" r="r" b="b"/>
                <a:pathLst>
                  <a:path w="29" h="27">
                    <a:moveTo>
                      <a:pt x="23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4"/>
                      <a:pt x="2" y="27"/>
                      <a:pt x="6" y="27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7" y="27"/>
                      <a:pt x="29" y="24"/>
                      <a:pt x="29" y="21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3"/>
                      <a:pt x="27" y="0"/>
                      <a:pt x="23" y="0"/>
                    </a:cubicBezTo>
                    <a:close/>
                  </a:path>
                </a:pathLst>
              </a:custGeom>
              <a:solidFill>
                <a:srgbClr val="C9A1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83" name="Freeform 832">
                <a:extLst>
                  <a:ext uri="{FF2B5EF4-FFF2-40B4-BE49-F238E27FC236}">
                    <a16:creationId xmlns:a16="http://schemas.microsoft.com/office/drawing/2014/main" id="{144386F0-F168-4300-BE36-82741FF61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4475" y="3148013"/>
                <a:ext cx="106363" cy="96838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0" y="21"/>
                  </a:cxn>
                  <a:cxn ang="0">
                    <a:pos x="6" y="27"/>
                  </a:cxn>
                  <a:cxn ang="0">
                    <a:pos x="24" y="27"/>
                  </a:cxn>
                  <a:cxn ang="0">
                    <a:pos x="30" y="21"/>
                  </a:cxn>
                  <a:cxn ang="0">
                    <a:pos x="30" y="6"/>
                  </a:cxn>
                  <a:cxn ang="0">
                    <a:pos x="24" y="0"/>
                  </a:cxn>
                </a:cxnLst>
                <a:rect l="0" t="0" r="r" b="b"/>
                <a:pathLst>
                  <a:path w="30" h="27">
                    <a:moveTo>
                      <a:pt x="2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4"/>
                      <a:pt x="3" y="27"/>
                      <a:pt x="6" y="27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7" y="27"/>
                      <a:pt x="30" y="24"/>
                      <a:pt x="30" y="21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0" y="3"/>
                      <a:pt x="27" y="0"/>
                      <a:pt x="24" y="0"/>
                    </a:cubicBezTo>
                    <a:close/>
                  </a:path>
                </a:pathLst>
              </a:custGeom>
              <a:solidFill>
                <a:srgbClr val="C9A1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84" name="Freeform 833">
                <a:extLst>
                  <a:ext uri="{FF2B5EF4-FFF2-40B4-BE49-F238E27FC236}">
                    <a16:creationId xmlns:a16="http://schemas.microsoft.com/office/drawing/2014/main" id="{5BE12F3C-2FEC-4094-B213-FBE1A018B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7988" y="3148013"/>
                <a:ext cx="107950" cy="96838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0" y="21"/>
                  </a:cxn>
                  <a:cxn ang="0">
                    <a:pos x="6" y="27"/>
                  </a:cxn>
                  <a:cxn ang="0">
                    <a:pos x="24" y="27"/>
                  </a:cxn>
                  <a:cxn ang="0">
                    <a:pos x="30" y="21"/>
                  </a:cxn>
                  <a:cxn ang="0">
                    <a:pos x="30" y="6"/>
                  </a:cxn>
                  <a:cxn ang="0">
                    <a:pos x="24" y="0"/>
                  </a:cxn>
                </a:cxnLst>
                <a:rect l="0" t="0" r="r" b="b"/>
                <a:pathLst>
                  <a:path w="30" h="27">
                    <a:moveTo>
                      <a:pt x="2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4"/>
                      <a:pt x="3" y="27"/>
                      <a:pt x="6" y="27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7" y="27"/>
                      <a:pt x="30" y="24"/>
                      <a:pt x="30" y="21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0" y="3"/>
                      <a:pt x="27" y="0"/>
                      <a:pt x="24" y="0"/>
                    </a:cubicBezTo>
                    <a:close/>
                  </a:path>
                </a:pathLst>
              </a:custGeom>
              <a:solidFill>
                <a:srgbClr val="C9A13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</p:grpSp>
        <p:grpSp>
          <p:nvGrpSpPr>
            <p:cNvPr id="66" name="Group 80">
              <a:extLst>
                <a:ext uri="{FF2B5EF4-FFF2-40B4-BE49-F238E27FC236}">
                  <a16:creationId xmlns:a16="http://schemas.microsoft.com/office/drawing/2014/main" id="{B70DF7E7-156B-4288-9951-0D125B2641AD}"/>
                </a:ext>
              </a:extLst>
            </p:cNvPr>
            <p:cNvGrpSpPr/>
            <p:nvPr/>
          </p:nvGrpSpPr>
          <p:grpSpPr>
            <a:xfrm>
              <a:off x="4038922" y="3550273"/>
              <a:ext cx="482965" cy="410373"/>
              <a:chOff x="6051550" y="2911475"/>
              <a:chExt cx="382588" cy="322263"/>
            </a:xfrm>
            <a:solidFill>
              <a:srgbClr val="39639D"/>
            </a:solidFill>
          </p:grpSpPr>
          <p:sp>
            <p:nvSpPr>
              <p:cNvPr id="78" name="Freeform 823">
                <a:extLst>
                  <a:ext uri="{FF2B5EF4-FFF2-40B4-BE49-F238E27FC236}">
                    <a16:creationId xmlns:a16="http://schemas.microsoft.com/office/drawing/2014/main" id="{9761791F-4B46-4359-AC0E-02D4F0B3D4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80125" y="2911475"/>
                <a:ext cx="320675" cy="236538"/>
              </a:xfrm>
              <a:custGeom>
                <a:avLst/>
                <a:gdLst/>
                <a:ahLst/>
                <a:cxnLst>
                  <a:cxn ang="0">
                    <a:pos x="6" y="66"/>
                  </a:cxn>
                  <a:cxn ang="0">
                    <a:pos x="85" y="66"/>
                  </a:cxn>
                  <a:cxn ang="0">
                    <a:pos x="90" y="60"/>
                  </a:cxn>
                  <a:cxn ang="0">
                    <a:pos x="90" y="6"/>
                  </a:cxn>
                  <a:cxn ang="0">
                    <a:pos x="85" y="0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0" y="60"/>
                  </a:cxn>
                  <a:cxn ang="0">
                    <a:pos x="6" y="66"/>
                  </a:cxn>
                  <a:cxn ang="0">
                    <a:pos x="7" y="10"/>
                  </a:cxn>
                  <a:cxn ang="0">
                    <a:pos x="10" y="6"/>
                  </a:cxn>
                  <a:cxn ang="0">
                    <a:pos x="80" y="6"/>
                  </a:cxn>
                  <a:cxn ang="0">
                    <a:pos x="84" y="10"/>
                  </a:cxn>
                  <a:cxn ang="0">
                    <a:pos x="84" y="56"/>
                  </a:cxn>
                  <a:cxn ang="0">
                    <a:pos x="80" y="59"/>
                  </a:cxn>
                  <a:cxn ang="0">
                    <a:pos x="10" y="59"/>
                  </a:cxn>
                  <a:cxn ang="0">
                    <a:pos x="7" y="56"/>
                  </a:cxn>
                  <a:cxn ang="0">
                    <a:pos x="7" y="10"/>
                  </a:cxn>
                </a:cxnLst>
                <a:rect l="0" t="0" r="r" b="b"/>
                <a:pathLst>
                  <a:path w="90" h="66">
                    <a:moveTo>
                      <a:pt x="6" y="66"/>
                    </a:moveTo>
                    <a:cubicBezTo>
                      <a:pt x="85" y="66"/>
                      <a:pt x="85" y="66"/>
                      <a:pt x="85" y="66"/>
                    </a:cubicBezTo>
                    <a:cubicBezTo>
                      <a:pt x="88" y="66"/>
                      <a:pt x="90" y="63"/>
                      <a:pt x="90" y="60"/>
                    </a:cubicBezTo>
                    <a:cubicBezTo>
                      <a:pt x="90" y="6"/>
                      <a:pt x="90" y="6"/>
                      <a:pt x="90" y="6"/>
                    </a:cubicBezTo>
                    <a:cubicBezTo>
                      <a:pt x="90" y="2"/>
                      <a:pt x="88" y="0"/>
                      <a:pt x="8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3"/>
                      <a:pt x="3" y="66"/>
                      <a:pt x="6" y="66"/>
                    </a:cubicBezTo>
                    <a:close/>
                    <a:moveTo>
                      <a:pt x="7" y="10"/>
                    </a:moveTo>
                    <a:cubicBezTo>
                      <a:pt x="7" y="8"/>
                      <a:pt x="8" y="6"/>
                      <a:pt x="10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2" y="6"/>
                      <a:pt x="84" y="8"/>
                      <a:pt x="84" y="10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4" y="58"/>
                      <a:pt x="82" y="59"/>
                      <a:pt x="80" y="59"/>
                    </a:cubicBezTo>
                    <a:cubicBezTo>
                      <a:pt x="10" y="59"/>
                      <a:pt x="10" y="59"/>
                      <a:pt x="10" y="59"/>
                    </a:cubicBezTo>
                    <a:cubicBezTo>
                      <a:pt x="8" y="59"/>
                      <a:pt x="7" y="58"/>
                      <a:pt x="7" y="56"/>
                    </a:cubicBezTo>
                    <a:lnTo>
                      <a:pt x="7" y="1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79" name="Freeform 824">
                <a:extLst>
                  <a:ext uri="{FF2B5EF4-FFF2-40B4-BE49-F238E27FC236}">
                    <a16:creationId xmlns:a16="http://schemas.microsoft.com/office/drawing/2014/main" id="{000D1575-A45F-4399-B9FC-8727830AFD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1550" y="3162300"/>
                <a:ext cx="382588" cy="71438"/>
              </a:xfrm>
              <a:custGeom>
                <a:avLst/>
                <a:gdLst/>
                <a:ahLst/>
                <a:cxnLst>
                  <a:cxn ang="0">
                    <a:pos x="105" y="8"/>
                  </a:cxn>
                  <a:cxn ang="0">
                    <a:pos x="101" y="2"/>
                  </a:cxn>
                  <a:cxn ang="0">
                    <a:pos x="97" y="0"/>
                  </a:cxn>
                  <a:cxn ang="0">
                    <a:pos x="96" y="0"/>
                  </a:cxn>
                  <a:cxn ang="0">
                    <a:pos x="10" y="0"/>
                  </a:cxn>
                  <a:cxn ang="0">
                    <a:pos x="10" y="0"/>
                  </a:cxn>
                  <a:cxn ang="0">
                    <a:pos x="5" y="2"/>
                  </a:cxn>
                  <a:cxn ang="0">
                    <a:pos x="1" y="8"/>
                  </a:cxn>
                  <a:cxn ang="0">
                    <a:pos x="1" y="16"/>
                  </a:cxn>
                  <a:cxn ang="0">
                    <a:pos x="6" y="20"/>
                  </a:cxn>
                  <a:cxn ang="0">
                    <a:pos x="100" y="20"/>
                  </a:cxn>
                  <a:cxn ang="0">
                    <a:pos x="105" y="16"/>
                  </a:cxn>
                  <a:cxn ang="0">
                    <a:pos x="105" y="8"/>
                  </a:cxn>
                </a:cxnLst>
                <a:rect l="0" t="0" r="r" b="b"/>
                <a:pathLst>
                  <a:path w="107" h="20">
                    <a:moveTo>
                      <a:pt x="105" y="8"/>
                    </a:moveTo>
                    <a:cubicBezTo>
                      <a:pt x="101" y="2"/>
                      <a:pt x="101" y="2"/>
                      <a:pt x="101" y="2"/>
                    </a:cubicBezTo>
                    <a:cubicBezTo>
                      <a:pt x="100" y="1"/>
                      <a:pt x="98" y="0"/>
                      <a:pt x="97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8" y="0"/>
                      <a:pt x="6" y="1"/>
                      <a:pt x="5" y="2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10"/>
                      <a:pt x="0" y="13"/>
                      <a:pt x="1" y="16"/>
                    </a:cubicBezTo>
                    <a:cubicBezTo>
                      <a:pt x="2" y="18"/>
                      <a:pt x="4" y="20"/>
                      <a:pt x="6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102" y="20"/>
                      <a:pt x="104" y="18"/>
                      <a:pt x="105" y="16"/>
                    </a:cubicBezTo>
                    <a:cubicBezTo>
                      <a:pt x="107" y="13"/>
                      <a:pt x="106" y="10"/>
                      <a:pt x="105" y="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</p:grpSp>
        <p:grpSp>
          <p:nvGrpSpPr>
            <p:cNvPr id="67" name="Group 178">
              <a:extLst>
                <a:ext uri="{FF2B5EF4-FFF2-40B4-BE49-F238E27FC236}">
                  <a16:creationId xmlns:a16="http://schemas.microsoft.com/office/drawing/2014/main" id="{9FAF0D4C-D917-4468-ADC8-A7EF08172726}"/>
                </a:ext>
              </a:extLst>
            </p:cNvPr>
            <p:cNvGrpSpPr/>
            <p:nvPr/>
          </p:nvGrpSpPr>
          <p:grpSpPr>
            <a:xfrm>
              <a:off x="6518884" y="2141653"/>
              <a:ext cx="370290" cy="261070"/>
              <a:chOff x="3374834" y="1646333"/>
              <a:chExt cx="464215" cy="324452"/>
            </a:xfrm>
            <a:solidFill>
              <a:srgbClr val="7C3A48"/>
            </a:solidFill>
          </p:grpSpPr>
          <p:sp>
            <p:nvSpPr>
              <p:cNvPr id="76" name="Freeform 57">
                <a:extLst>
                  <a:ext uri="{FF2B5EF4-FFF2-40B4-BE49-F238E27FC236}">
                    <a16:creationId xmlns:a16="http://schemas.microsoft.com/office/drawing/2014/main" id="{2F47672C-FE36-4DA2-BC6A-369AA85655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74834" y="1646333"/>
                <a:ext cx="331940" cy="324452"/>
              </a:xfrm>
              <a:custGeom>
                <a:avLst/>
                <a:gdLst>
                  <a:gd name="T0" fmla="*/ 86 w 100"/>
                  <a:gd name="T1" fmla="*/ 60 h 97"/>
                  <a:gd name="T2" fmla="*/ 100 w 100"/>
                  <a:gd name="T3" fmla="*/ 54 h 97"/>
                  <a:gd name="T4" fmla="*/ 100 w 100"/>
                  <a:gd name="T5" fmla="*/ 43 h 97"/>
                  <a:gd name="T6" fmla="*/ 86 w 100"/>
                  <a:gd name="T7" fmla="*/ 38 h 97"/>
                  <a:gd name="T8" fmla="*/ 83 w 100"/>
                  <a:gd name="T9" fmla="*/ 32 h 97"/>
                  <a:gd name="T10" fmla="*/ 89 w 100"/>
                  <a:gd name="T11" fmla="*/ 18 h 97"/>
                  <a:gd name="T12" fmla="*/ 81 w 100"/>
                  <a:gd name="T13" fmla="*/ 11 h 97"/>
                  <a:gd name="T14" fmla="*/ 67 w 100"/>
                  <a:gd name="T15" fmla="*/ 16 h 97"/>
                  <a:gd name="T16" fmla="*/ 61 w 100"/>
                  <a:gd name="T17" fmla="*/ 14 h 97"/>
                  <a:gd name="T18" fmla="*/ 55 w 100"/>
                  <a:gd name="T19" fmla="*/ 0 h 97"/>
                  <a:gd name="T20" fmla="*/ 44 w 100"/>
                  <a:gd name="T21" fmla="*/ 0 h 97"/>
                  <a:gd name="T22" fmla="*/ 39 w 100"/>
                  <a:gd name="T23" fmla="*/ 14 h 97"/>
                  <a:gd name="T24" fmla="*/ 33 w 100"/>
                  <a:gd name="T25" fmla="*/ 16 h 97"/>
                  <a:gd name="T26" fmla="*/ 19 w 100"/>
                  <a:gd name="T27" fmla="*/ 11 h 97"/>
                  <a:gd name="T28" fmla="*/ 11 w 100"/>
                  <a:gd name="T29" fmla="*/ 19 h 97"/>
                  <a:gd name="T30" fmla="*/ 17 w 100"/>
                  <a:gd name="T31" fmla="*/ 32 h 97"/>
                  <a:gd name="T32" fmla="*/ 14 w 100"/>
                  <a:gd name="T33" fmla="*/ 38 h 97"/>
                  <a:gd name="T34" fmla="*/ 0 w 100"/>
                  <a:gd name="T35" fmla="*/ 44 h 97"/>
                  <a:gd name="T36" fmla="*/ 0 w 100"/>
                  <a:gd name="T37" fmla="*/ 54 h 97"/>
                  <a:gd name="T38" fmla="*/ 14 w 100"/>
                  <a:gd name="T39" fmla="*/ 60 h 97"/>
                  <a:gd name="T40" fmla="*/ 17 w 100"/>
                  <a:gd name="T41" fmla="*/ 66 h 97"/>
                  <a:gd name="T42" fmla="*/ 11 w 100"/>
                  <a:gd name="T43" fmla="*/ 80 h 97"/>
                  <a:gd name="T44" fmla="*/ 19 w 100"/>
                  <a:gd name="T45" fmla="*/ 87 h 97"/>
                  <a:gd name="T46" fmla="*/ 33 w 100"/>
                  <a:gd name="T47" fmla="*/ 82 h 97"/>
                  <a:gd name="T48" fmla="*/ 39 w 100"/>
                  <a:gd name="T49" fmla="*/ 84 h 97"/>
                  <a:gd name="T50" fmla="*/ 45 w 100"/>
                  <a:gd name="T51" fmla="*/ 97 h 97"/>
                  <a:gd name="T52" fmla="*/ 56 w 100"/>
                  <a:gd name="T53" fmla="*/ 97 h 97"/>
                  <a:gd name="T54" fmla="*/ 61 w 100"/>
                  <a:gd name="T55" fmla="*/ 84 h 97"/>
                  <a:gd name="T56" fmla="*/ 67 w 100"/>
                  <a:gd name="T57" fmla="*/ 82 h 97"/>
                  <a:gd name="T58" fmla="*/ 81 w 100"/>
                  <a:gd name="T59" fmla="*/ 87 h 97"/>
                  <a:gd name="T60" fmla="*/ 89 w 100"/>
                  <a:gd name="T61" fmla="*/ 79 h 97"/>
                  <a:gd name="T62" fmla="*/ 83 w 100"/>
                  <a:gd name="T63" fmla="*/ 66 h 97"/>
                  <a:gd name="T64" fmla="*/ 86 w 100"/>
                  <a:gd name="T65" fmla="*/ 60 h 97"/>
                  <a:gd name="T66" fmla="*/ 50 w 100"/>
                  <a:gd name="T67" fmla="*/ 64 h 97"/>
                  <a:gd name="T68" fmla="*/ 34 w 100"/>
                  <a:gd name="T69" fmla="*/ 49 h 97"/>
                  <a:gd name="T70" fmla="*/ 50 w 100"/>
                  <a:gd name="T71" fmla="*/ 33 h 97"/>
                  <a:gd name="T72" fmla="*/ 66 w 100"/>
                  <a:gd name="T73" fmla="*/ 49 h 97"/>
                  <a:gd name="T74" fmla="*/ 50 w 100"/>
                  <a:gd name="T75" fmla="*/ 6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0" h="97">
                    <a:moveTo>
                      <a:pt x="86" y="60"/>
                    </a:moveTo>
                    <a:cubicBezTo>
                      <a:pt x="86" y="60"/>
                      <a:pt x="100" y="55"/>
                      <a:pt x="100" y="54"/>
                    </a:cubicBezTo>
                    <a:cubicBezTo>
                      <a:pt x="100" y="43"/>
                      <a:pt x="100" y="43"/>
                      <a:pt x="100" y="43"/>
                    </a:cubicBezTo>
                    <a:cubicBezTo>
                      <a:pt x="100" y="43"/>
                      <a:pt x="86" y="38"/>
                      <a:pt x="86" y="38"/>
                    </a:cubicBezTo>
                    <a:cubicBezTo>
                      <a:pt x="83" y="32"/>
                      <a:pt x="83" y="32"/>
                      <a:pt x="83" y="32"/>
                    </a:cubicBezTo>
                    <a:cubicBezTo>
                      <a:pt x="83" y="32"/>
                      <a:pt x="89" y="19"/>
                      <a:pt x="89" y="18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0" y="10"/>
                      <a:pt x="67" y="16"/>
                      <a:pt x="67" y="16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1" y="14"/>
                      <a:pt x="56" y="0"/>
                      <a:pt x="55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9" y="14"/>
                      <a:pt x="39" y="14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19" y="10"/>
                      <a:pt x="19" y="11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7" y="32"/>
                      <a:pt x="17" y="32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0" y="43"/>
                      <a:pt x="0" y="4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5"/>
                      <a:pt x="14" y="60"/>
                      <a:pt x="14" y="60"/>
                    </a:cubicBezTo>
                    <a:cubicBezTo>
                      <a:pt x="17" y="66"/>
                      <a:pt x="17" y="66"/>
                      <a:pt x="17" y="66"/>
                    </a:cubicBezTo>
                    <a:cubicBezTo>
                      <a:pt x="17" y="66"/>
                      <a:pt x="11" y="79"/>
                      <a:pt x="11" y="80"/>
                    </a:cubicBezTo>
                    <a:cubicBezTo>
                      <a:pt x="19" y="87"/>
                      <a:pt x="19" y="87"/>
                      <a:pt x="19" y="87"/>
                    </a:cubicBezTo>
                    <a:cubicBezTo>
                      <a:pt x="20" y="88"/>
                      <a:pt x="33" y="82"/>
                      <a:pt x="33" y="82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4"/>
                      <a:pt x="44" y="97"/>
                      <a:pt x="45" y="97"/>
                    </a:cubicBezTo>
                    <a:cubicBezTo>
                      <a:pt x="56" y="97"/>
                      <a:pt x="56" y="97"/>
                      <a:pt x="56" y="97"/>
                    </a:cubicBezTo>
                    <a:cubicBezTo>
                      <a:pt x="56" y="97"/>
                      <a:pt x="61" y="84"/>
                      <a:pt x="61" y="84"/>
                    </a:cubicBezTo>
                    <a:cubicBezTo>
                      <a:pt x="67" y="82"/>
                      <a:pt x="67" y="82"/>
                      <a:pt x="67" y="82"/>
                    </a:cubicBezTo>
                    <a:cubicBezTo>
                      <a:pt x="67" y="82"/>
                      <a:pt x="81" y="87"/>
                      <a:pt x="81" y="87"/>
                    </a:cubicBezTo>
                    <a:cubicBezTo>
                      <a:pt x="89" y="79"/>
                      <a:pt x="89" y="79"/>
                      <a:pt x="89" y="79"/>
                    </a:cubicBezTo>
                    <a:cubicBezTo>
                      <a:pt x="90" y="79"/>
                      <a:pt x="83" y="66"/>
                      <a:pt x="83" y="66"/>
                    </a:cubicBezTo>
                    <a:lnTo>
                      <a:pt x="86" y="60"/>
                    </a:lnTo>
                    <a:close/>
                    <a:moveTo>
                      <a:pt x="50" y="64"/>
                    </a:moveTo>
                    <a:cubicBezTo>
                      <a:pt x="41" y="64"/>
                      <a:pt x="34" y="57"/>
                      <a:pt x="34" y="49"/>
                    </a:cubicBezTo>
                    <a:cubicBezTo>
                      <a:pt x="34" y="40"/>
                      <a:pt x="41" y="33"/>
                      <a:pt x="50" y="33"/>
                    </a:cubicBezTo>
                    <a:cubicBezTo>
                      <a:pt x="59" y="33"/>
                      <a:pt x="66" y="40"/>
                      <a:pt x="66" y="49"/>
                    </a:cubicBezTo>
                    <a:cubicBezTo>
                      <a:pt x="66" y="57"/>
                      <a:pt x="59" y="64"/>
                      <a:pt x="50" y="64"/>
                    </a:cubicBezTo>
                    <a:close/>
                  </a:path>
                </a:pathLst>
              </a:custGeom>
              <a:solidFill>
                <a:srgbClr val="C9A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  <p:sp>
            <p:nvSpPr>
              <p:cNvPr id="77" name="Freeform 58">
                <a:extLst>
                  <a:ext uri="{FF2B5EF4-FFF2-40B4-BE49-F238E27FC236}">
                    <a16:creationId xmlns:a16="http://schemas.microsoft.com/office/drawing/2014/main" id="{3573F5C8-9457-45B4-A662-0D70DF96D0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84311" y="1811055"/>
                <a:ext cx="154738" cy="154738"/>
              </a:xfrm>
              <a:custGeom>
                <a:avLst/>
                <a:gdLst>
                  <a:gd name="T0" fmla="*/ 41 w 47"/>
                  <a:gd name="T1" fmla="*/ 22 h 47"/>
                  <a:gd name="T2" fmla="*/ 41 w 47"/>
                  <a:gd name="T3" fmla="*/ 19 h 47"/>
                  <a:gd name="T4" fmla="*/ 45 w 47"/>
                  <a:gd name="T5" fmla="*/ 13 h 47"/>
                  <a:gd name="T6" fmla="*/ 42 w 47"/>
                  <a:gd name="T7" fmla="*/ 9 h 47"/>
                  <a:gd name="T8" fmla="*/ 35 w 47"/>
                  <a:gd name="T9" fmla="*/ 10 h 47"/>
                  <a:gd name="T10" fmla="*/ 33 w 47"/>
                  <a:gd name="T11" fmla="*/ 8 h 47"/>
                  <a:gd name="T12" fmla="*/ 32 w 47"/>
                  <a:gd name="T13" fmla="*/ 1 h 47"/>
                  <a:gd name="T14" fmla="*/ 27 w 47"/>
                  <a:gd name="T15" fmla="*/ 0 h 47"/>
                  <a:gd name="T16" fmla="*/ 23 w 47"/>
                  <a:gd name="T17" fmla="*/ 6 h 47"/>
                  <a:gd name="T18" fmla="*/ 20 w 47"/>
                  <a:gd name="T19" fmla="*/ 6 h 47"/>
                  <a:gd name="T20" fmla="*/ 14 w 47"/>
                  <a:gd name="T21" fmla="*/ 2 h 47"/>
                  <a:gd name="T22" fmla="*/ 9 w 47"/>
                  <a:gd name="T23" fmla="*/ 5 h 47"/>
                  <a:gd name="T24" fmla="*/ 10 w 47"/>
                  <a:gd name="T25" fmla="*/ 12 h 47"/>
                  <a:gd name="T26" fmla="*/ 9 w 47"/>
                  <a:gd name="T27" fmla="*/ 14 h 47"/>
                  <a:gd name="T28" fmla="*/ 2 w 47"/>
                  <a:gd name="T29" fmla="*/ 16 h 47"/>
                  <a:gd name="T30" fmla="*/ 1 w 47"/>
                  <a:gd name="T31" fmla="*/ 21 h 47"/>
                  <a:gd name="T32" fmla="*/ 6 w 47"/>
                  <a:gd name="T33" fmla="*/ 25 h 47"/>
                  <a:gd name="T34" fmla="*/ 7 w 47"/>
                  <a:gd name="T35" fmla="*/ 28 h 47"/>
                  <a:gd name="T36" fmla="*/ 3 w 47"/>
                  <a:gd name="T37" fmla="*/ 34 h 47"/>
                  <a:gd name="T38" fmla="*/ 5 w 47"/>
                  <a:gd name="T39" fmla="*/ 38 h 47"/>
                  <a:gd name="T40" fmla="*/ 12 w 47"/>
                  <a:gd name="T41" fmla="*/ 37 h 47"/>
                  <a:gd name="T42" fmla="*/ 14 w 47"/>
                  <a:gd name="T43" fmla="*/ 39 h 47"/>
                  <a:gd name="T44" fmla="*/ 16 w 47"/>
                  <a:gd name="T45" fmla="*/ 46 h 47"/>
                  <a:gd name="T46" fmla="*/ 21 w 47"/>
                  <a:gd name="T47" fmla="*/ 47 h 47"/>
                  <a:gd name="T48" fmla="*/ 25 w 47"/>
                  <a:gd name="T49" fmla="*/ 41 h 47"/>
                  <a:gd name="T50" fmla="*/ 28 w 47"/>
                  <a:gd name="T51" fmla="*/ 41 h 47"/>
                  <a:gd name="T52" fmla="*/ 33 w 47"/>
                  <a:gd name="T53" fmla="*/ 45 h 47"/>
                  <a:gd name="T54" fmla="*/ 38 w 47"/>
                  <a:gd name="T55" fmla="*/ 42 h 47"/>
                  <a:gd name="T56" fmla="*/ 37 w 47"/>
                  <a:gd name="T57" fmla="*/ 35 h 47"/>
                  <a:gd name="T58" fmla="*/ 39 w 47"/>
                  <a:gd name="T59" fmla="*/ 33 h 47"/>
                  <a:gd name="T60" fmla="*/ 46 w 47"/>
                  <a:gd name="T61" fmla="*/ 31 h 47"/>
                  <a:gd name="T62" fmla="*/ 47 w 47"/>
                  <a:gd name="T63" fmla="*/ 26 h 47"/>
                  <a:gd name="T64" fmla="*/ 41 w 47"/>
                  <a:gd name="T65" fmla="*/ 22 h 47"/>
                  <a:gd name="T66" fmla="*/ 31 w 47"/>
                  <a:gd name="T67" fmla="*/ 25 h 47"/>
                  <a:gd name="T68" fmla="*/ 22 w 47"/>
                  <a:gd name="T69" fmla="*/ 31 h 47"/>
                  <a:gd name="T70" fmla="*/ 16 w 47"/>
                  <a:gd name="T71" fmla="*/ 22 h 47"/>
                  <a:gd name="T72" fmla="*/ 25 w 47"/>
                  <a:gd name="T73" fmla="*/ 16 h 47"/>
                  <a:gd name="T74" fmla="*/ 31 w 47"/>
                  <a:gd name="T75" fmla="*/ 25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7" h="47">
                    <a:moveTo>
                      <a:pt x="41" y="22"/>
                    </a:moveTo>
                    <a:cubicBezTo>
                      <a:pt x="41" y="19"/>
                      <a:pt x="41" y="19"/>
                      <a:pt x="41" y="19"/>
                    </a:cubicBezTo>
                    <a:cubicBezTo>
                      <a:pt x="41" y="19"/>
                      <a:pt x="45" y="14"/>
                      <a:pt x="45" y="13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42" y="9"/>
                      <a:pt x="35" y="10"/>
                      <a:pt x="35" y="10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8"/>
                      <a:pt x="32" y="1"/>
                      <a:pt x="32" y="1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0"/>
                      <a:pt x="23" y="6"/>
                      <a:pt x="23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14" y="2"/>
                      <a:pt x="14" y="2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0" y="12"/>
                      <a:pt x="10" y="12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4"/>
                      <a:pt x="2" y="15"/>
                      <a:pt x="2" y="16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0" y="21"/>
                      <a:pt x="6" y="25"/>
                      <a:pt x="6" y="25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2" y="33"/>
                      <a:pt x="3" y="34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5" y="38"/>
                      <a:pt x="12" y="37"/>
                      <a:pt x="12" y="37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5" y="46"/>
                      <a:pt x="16" y="46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7"/>
                      <a:pt x="25" y="41"/>
                      <a:pt x="25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33" y="45"/>
                      <a:pt x="33" y="45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2"/>
                      <a:pt x="37" y="35"/>
                      <a:pt x="37" y="35"/>
                    </a:cubicBezTo>
                    <a:cubicBezTo>
                      <a:pt x="39" y="33"/>
                      <a:pt x="39" y="33"/>
                      <a:pt x="39" y="33"/>
                    </a:cubicBezTo>
                    <a:cubicBezTo>
                      <a:pt x="39" y="33"/>
                      <a:pt x="45" y="32"/>
                      <a:pt x="46" y="31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7" y="26"/>
                      <a:pt x="41" y="22"/>
                      <a:pt x="41" y="22"/>
                    </a:cubicBezTo>
                    <a:close/>
                    <a:moveTo>
                      <a:pt x="31" y="25"/>
                    </a:moveTo>
                    <a:cubicBezTo>
                      <a:pt x="30" y="29"/>
                      <a:pt x="26" y="32"/>
                      <a:pt x="22" y="31"/>
                    </a:cubicBezTo>
                    <a:cubicBezTo>
                      <a:pt x="18" y="30"/>
                      <a:pt x="15" y="26"/>
                      <a:pt x="16" y="22"/>
                    </a:cubicBezTo>
                    <a:cubicBezTo>
                      <a:pt x="17" y="18"/>
                      <a:pt x="22" y="15"/>
                      <a:pt x="25" y="16"/>
                    </a:cubicBezTo>
                    <a:cubicBezTo>
                      <a:pt x="29" y="17"/>
                      <a:pt x="32" y="21"/>
                      <a:pt x="31" y="25"/>
                    </a:cubicBezTo>
                    <a:close/>
                  </a:path>
                </a:pathLst>
              </a:custGeom>
              <a:solidFill>
                <a:srgbClr val="C9A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latin typeface="阿里巴巴普惠体" panose="00020600040101010101" pitchFamily="18" charset="-122"/>
                  <a:ea typeface="阿里巴巴普惠体" panose="00020600040101010101" pitchFamily="18" charset="-122"/>
                </a:endParaRPr>
              </a:p>
            </p:txBody>
          </p:sp>
        </p:grpSp>
        <p:sp>
          <p:nvSpPr>
            <p:cNvPr id="68" name="Text Box 7">
              <a:extLst>
                <a:ext uri="{FF2B5EF4-FFF2-40B4-BE49-F238E27FC236}">
                  <a16:creationId xmlns:a16="http://schemas.microsoft.com/office/drawing/2014/main" id="{DEDD1A97-D2A7-429E-B449-BCEDBBDBF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1381" y="2204658"/>
              <a:ext cx="952737" cy="617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0960" tIns="30480" rIns="60960" bIns="30480">
              <a:spAutoFit/>
            </a:bodyPr>
            <a:lstStyle/>
            <a:p>
              <a:pPr algn="ctr" defTabSz="1450940"/>
              <a:r>
                <a:rPr lang="en-CA" sz="3200" spc="-200" dirty="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  <a:cs typeface="Open Sans Semibold" pitchFamily="34" charset="0"/>
                </a:rPr>
                <a:t>30%</a:t>
              </a:r>
            </a:p>
          </p:txBody>
        </p:sp>
        <p:sp>
          <p:nvSpPr>
            <p:cNvPr id="69" name="Text Box 7">
              <a:extLst>
                <a:ext uri="{FF2B5EF4-FFF2-40B4-BE49-F238E27FC236}">
                  <a16:creationId xmlns:a16="http://schemas.microsoft.com/office/drawing/2014/main" id="{CCC9E93C-0954-4539-B295-3913B9F50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5140" y="2149711"/>
              <a:ext cx="952737" cy="617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0960" tIns="30480" rIns="60960" bIns="30480">
              <a:spAutoFit/>
            </a:bodyPr>
            <a:lstStyle/>
            <a:p>
              <a:pPr algn="ctr" defTabSz="1450940"/>
              <a:r>
                <a:rPr lang="id-ID" sz="3200" spc="-200" dirty="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  <a:cs typeface="Open Sans Semibold" pitchFamily="34" charset="0"/>
                </a:rPr>
                <a:t>6</a:t>
              </a:r>
              <a:r>
                <a:rPr lang="en-CA" sz="3200" spc="-200" dirty="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  <a:cs typeface="Open Sans Semibold" pitchFamily="34" charset="0"/>
                </a:rPr>
                <a:t>0%</a:t>
              </a:r>
            </a:p>
          </p:txBody>
        </p:sp>
        <p:sp>
          <p:nvSpPr>
            <p:cNvPr id="70" name="Text Box 7">
              <a:extLst>
                <a:ext uri="{FF2B5EF4-FFF2-40B4-BE49-F238E27FC236}">
                  <a16:creationId xmlns:a16="http://schemas.microsoft.com/office/drawing/2014/main" id="{65880A90-68A9-4468-980F-04000067E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2226" y="4866659"/>
              <a:ext cx="952737" cy="617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0960" tIns="30480" rIns="60960" bIns="30480">
              <a:spAutoFit/>
            </a:bodyPr>
            <a:lstStyle/>
            <a:p>
              <a:pPr algn="ctr" defTabSz="1450940"/>
              <a:r>
                <a:rPr lang="id-ID" sz="3200" spc="-200" dirty="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  <a:cs typeface="Open Sans Semibold" pitchFamily="34" charset="0"/>
                </a:rPr>
                <a:t>5</a:t>
              </a:r>
              <a:r>
                <a:rPr lang="en-CA" sz="3200" spc="-200" dirty="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  <a:cs typeface="Open Sans Semibold" pitchFamily="34" charset="0"/>
                </a:rPr>
                <a:t>0%</a:t>
              </a:r>
            </a:p>
          </p:txBody>
        </p:sp>
        <p:sp>
          <p:nvSpPr>
            <p:cNvPr id="71" name="Text Box 7">
              <a:extLst>
                <a:ext uri="{FF2B5EF4-FFF2-40B4-BE49-F238E27FC236}">
                  <a16:creationId xmlns:a16="http://schemas.microsoft.com/office/drawing/2014/main" id="{94A0B6F7-3707-4042-BE03-51187ACF5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7216" y="4911340"/>
              <a:ext cx="952737" cy="617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0960" tIns="30480" rIns="60960" bIns="30480">
              <a:spAutoFit/>
            </a:bodyPr>
            <a:lstStyle/>
            <a:p>
              <a:pPr algn="ctr" defTabSz="1450940"/>
              <a:r>
                <a:rPr lang="id-ID" sz="3200" spc="-200" dirty="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  <a:cs typeface="Open Sans Semibold" pitchFamily="34" charset="0"/>
                </a:rPr>
                <a:t>2</a:t>
              </a:r>
              <a:r>
                <a:rPr lang="en-CA" sz="3200" spc="-200" dirty="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  <a:cs typeface="Open Sans Semibold" pitchFamily="34" charset="0"/>
                </a:rPr>
                <a:t>0%</a:t>
              </a:r>
            </a:p>
          </p:txBody>
        </p:sp>
        <p:sp>
          <p:nvSpPr>
            <p:cNvPr id="72" name="Freeform 60">
              <a:extLst>
                <a:ext uri="{FF2B5EF4-FFF2-40B4-BE49-F238E27FC236}">
                  <a16:creationId xmlns:a16="http://schemas.microsoft.com/office/drawing/2014/main" id="{B1EB34E0-23D4-4E7E-B39E-5C6F9E6F4D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50496" y="1872639"/>
              <a:ext cx="290581" cy="293124"/>
            </a:xfrm>
            <a:custGeom>
              <a:avLst/>
              <a:gdLst/>
              <a:ahLst/>
              <a:cxnLst>
                <a:cxn ang="0">
                  <a:pos x="131" y="70"/>
                </a:cxn>
                <a:cxn ang="0">
                  <a:pos x="120" y="59"/>
                </a:cxn>
                <a:cxn ang="0">
                  <a:pos x="145" y="32"/>
                </a:cxn>
                <a:cxn ang="0">
                  <a:pos x="111" y="0"/>
                </a:cxn>
                <a:cxn ang="0">
                  <a:pos x="86" y="26"/>
                </a:cxn>
                <a:cxn ang="0">
                  <a:pos x="73" y="12"/>
                </a:cxn>
                <a:cxn ang="0">
                  <a:pos x="57" y="29"/>
                </a:cxn>
                <a:cxn ang="0">
                  <a:pos x="70" y="41"/>
                </a:cxn>
                <a:cxn ang="0">
                  <a:pos x="18" y="94"/>
                </a:cxn>
                <a:cxn ang="0">
                  <a:pos x="17" y="110"/>
                </a:cxn>
                <a:cxn ang="0">
                  <a:pos x="0" y="125"/>
                </a:cxn>
                <a:cxn ang="0">
                  <a:pos x="20" y="145"/>
                </a:cxn>
                <a:cxn ang="0">
                  <a:pos x="36" y="130"/>
                </a:cxn>
                <a:cxn ang="0">
                  <a:pos x="52" y="127"/>
                </a:cxn>
                <a:cxn ang="0">
                  <a:pos x="104" y="75"/>
                </a:cxn>
                <a:cxn ang="0">
                  <a:pos x="116" y="87"/>
                </a:cxn>
                <a:cxn ang="0">
                  <a:pos x="131" y="70"/>
                </a:cxn>
                <a:cxn ang="0">
                  <a:pos x="49" y="122"/>
                </a:cxn>
                <a:cxn ang="0">
                  <a:pos x="33" y="124"/>
                </a:cxn>
                <a:cxn ang="0">
                  <a:pos x="20" y="136"/>
                </a:cxn>
                <a:cxn ang="0">
                  <a:pos x="10" y="125"/>
                </a:cxn>
                <a:cxn ang="0">
                  <a:pos x="22" y="113"/>
                </a:cxn>
                <a:cxn ang="0">
                  <a:pos x="24" y="97"/>
                </a:cxn>
                <a:cxn ang="0">
                  <a:pos x="74" y="46"/>
                </a:cxn>
                <a:cxn ang="0">
                  <a:pos x="100" y="70"/>
                </a:cxn>
                <a:cxn ang="0">
                  <a:pos x="49" y="122"/>
                </a:cxn>
              </a:cxnLst>
              <a:rect l="0" t="0" r="r" b="b"/>
              <a:pathLst>
                <a:path w="145" h="145">
                  <a:moveTo>
                    <a:pt x="131" y="70"/>
                  </a:moveTo>
                  <a:lnTo>
                    <a:pt x="120" y="59"/>
                  </a:lnTo>
                  <a:lnTo>
                    <a:pt x="145" y="32"/>
                  </a:lnTo>
                  <a:lnTo>
                    <a:pt x="111" y="0"/>
                  </a:lnTo>
                  <a:lnTo>
                    <a:pt x="86" y="26"/>
                  </a:lnTo>
                  <a:lnTo>
                    <a:pt x="73" y="12"/>
                  </a:lnTo>
                  <a:lnTo>
                    <a:pt x="57" y="29"/>
                  </a:lnTo>
                  <a:lnTo>
                    <a:pt x="70" y="41"/>
                  </a:lnTo>
                  <a:lnTo>
                    <a:pt x="18" y="94"/>
                  </a:lnTo>
                  <a:lnTo>
                    <a:pt x="17" y="110"/>
                  </a:lnTo>
                  <a:lnTo>
                    <a:pt x="0" y="125"/>
                  </a:lnTo>
                  <a:lnTo>
                    <a:pt x="20" y="145"/>
                  </a:lnTo>
                  <a:lnTo>
                    <a:pt x="36" y="130"/>
                  </a:lnTo>
                  <a:lnTo>
                    <a:pt x="52" y="127"/>
                  </a:lnTo>
                  <a:lnTo>
                    <a:pt x="104" y="75"/>
                  </a:lnTo>
                  <a:lnTo>
                    <a:pt x="116" y="87"/>
                  </a:lnTo>
                  <a:lnTo>
                    <a:pt x="131" y="70"/>
                  </a:lnTo>
                  <a:close/>
                  <a:moveTo>
                    <a:pt x="49" y="122"/>
                  </a:moveTo>
                  <a:lnTo>
                    <a:pt x="33" y="124"/>
                  </a:lnTo>
                  <a:lnTo>
                    <a:pt x="20" y="136"/>
                  </a:lnTo>
                  <a:lnTo>
                    <a:pt x="10" y="125"/>
                  </a:lnTo>
                  <a:lnTo>
                    <a:pt x="22" y="113"/>
                  </a:lnTo>
                  <a:lnTo>
                    <a:pt x="24" y="97"/>
                  </a:lnTo>
                  <a:lnTo>
                    <a:pt x="74" y="46"/>
                  </a:lnTo>
                  <a:lnTo>
                    <a:pt x="100" y="70"/>
                  </a:lnTo>
                  <a:lnTo>
                    <a:pt x="49" y="12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73" name="Freeform 119">
              <a:extLst>
                <a:ext uri="{FF2B5EF4-FFF2-40B4-BE49-F238E27FC236}">
                  <a16:creationId xmlns:a16="http://schemas.microsoft.com/office/drawing/2014/main" id="{78791C34-34C2-415B-B6B6-E04B93F2F3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2431" y="4672592"/>
              <a:ext cx="184368" cy="202154"/>
            </a:xfrm>
            <a:custGeom>
              <a:avLst/>
              <a:gdLst/>
              <a:ahLst/>
              <a:cxnLst>
                <a:cxn ang="0">
                  <a:pos x="4" y="85"/>
                </a:cxn>
                <a:cxn ang="0">
                  <a:pos x="33" y="107"/>
                </a:cxn>
                <a:cxn ang="0">
                  <a:pos x="40" y="110"/>
                </a:cxn>
                <a:cxn ang="0">
                  <a:pos x="48" y="106"/>
                </a:cxn>
                <a:cxn ang="0">
                  <a:pos x="102" y="36"/>
                </a:cxn>
                <a:cxn ang="0">
                  <a:pos x="102" y="35"/>
                </a:cxn>
                <a:cxn ang="0">
                  <a:pos x="96" y="22"/>
                </a:cxn>
                <a:cxn ang="0">
                  <a:pos x="70" y="3"/>
                </a:cxn>
                <a:cxn ang="0">
                  <a:pos x="62" y="0"/>
                </a:cxn>
                <a:cxn ang="0">
                  <a:pos x="54" y="2"/>
                </a:cxn>
                <a:cxn ang="0">
                  <a:pos x="2" y="71"/>
                </a:cxn>
                <a:cxn ang="0">
                  <a:pos x="1" y="71"/>
                </a:cxn>
                <a:cxn ang="0">
                  <a:pos x="1" y="79"/>
                </a:cxn>
                <a:cxn ang="0">
                  <a:pos x="1" y="82"/>
                </a:cxn>
                <a:cxn ang="0">
                  <a:pos x="4" y="85"/>
                </a:cxn>
                <a:cxn ang="0">
                  <a:pos x="53" y="9"/>
                </a:cxn>
                <a:cxn ang="0">
                  <a:pos x="63" y="4"/>
                </a:cxn>
                <a:cxn ang="0">
                  <a:pos x="71" y="7"/>
                </a:cxn>
                <a:cxn ang="0">
                  <a:pos x="92" y="22"/>
                </a:cxn>
                <a:cxn ang="0">
                  <a:pos x="98" y="31"/>
                </a:cxn>
                <a:cxn ang="0">
                  <a:pos x="97" y="36"/>
                </a:cxn>
                <a:cxn ang="0">
                  <a:pos x="97" y="36"/>
                </a:cxn>
                <a:cxn ang="0">
                  <a:pos x="97" y="36"/>
                </a:cxn>
                <a:cxn ang="0">
                  <a:pos x="96" y="37"/>
                </a:cxn>
                <a:cxn ang="0">
                  <a:pos x="94" y="40"/>
                </a:cxn>
                <a:cxn ang="0">
                  <a:pos x="94" y="40"/>
                </a:cxn>
                <a:cxn ang="0">
                  <a:pos x="95" y="38"/>
                </a:cxn>
                <a:cxn ang="0">
                  <a:pos x="95" y="39"/>
                </a:cxn>
                <a:cxn ang="0">
                  <a:pos x="94" y="40"/>
                </a:cxn>
                <a:cxn ang="0">
                  <a:pos x="76" y="64"/>
                </a:cxn>
                <a:cxn ang="0">
                  <a:pos x="73" y="62"/>
                </a:cxn>
                <a:cxn ang="0">
                  <a:pos x="73" y="62"/>
                </a:cxn>
                <a:cxn ang="0">
                  <a:pos x="41" y="37"/>
                </a:cxn>
                <a:cxn ang="0">
                  <a:pos x="35" y="33"/>
                </a:cxn>
                <a:cxn ang="0">
                  <a:pos x="53" y="9"/>
                </a:cxn>
              </a:cxnLst>
              <a:rect l="0" t="0" r="r" b="b"/>
              <a:pathLst>
                <a:path w="102" h="110">
                  <a:moveTo>
                    <a:pt x="4" y="85"/>
                  </a:moveTo>
                  <a:cubicBezTo>
                    <a:pt x="33" y="107"/>
                    <a:pt x="33" y="107"/>
                    <a:pt x="33" y="107"/>
                  </a:cubicBezTo>
                  <a:cubicBezTo>
                    <a:pt x="35" y="109"/>
                    <a:pt x="37" y="110"/>
                    <a:pt x="40" y="110"/>
                  </a:cubicBezTo>
                  <a:cubicBezTo>
                    <a:pt x="43" y="110"/>
                    <a:pt x="46" y="108"/>
                    <a:pt x="48" y="10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1" y="31"/>
                    <a:pt x="100" y="25"/>
                    <a:pt x="96" y="22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68" y="1"/>
                    <a:pt x="65" y="0"/>
                    <a:pt x="62" y="0"/>
                  </a:cubicBezTo>
                  <a:cubicBezTo>
                    <a:pt x="58" y="0"/>
                    <a:pt x="56" y="1"/>
                    <a:pt x="54" y="2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2" y="71"/>
                    <a:pt x="2" y="71"/>
                    <a:pt x="1" y="71"/>
                  </a:cubicBezTo>
                  <a:cubicBezTo>
                    <a:pt x="1" y="73"/>
                    <a:pt x="0" y="75"/>
                    <a:pt x="1" y="79"/>
                  </a:cubicBezTo>
                  <a:cubicBezTo>
                    <a:pt x="1" y="81"/>
                    <a:pt x="1" y="81"/>
                    <a:pt x="1" y="82"/>
                  </a:cubicBezTo>
                  <a:cubicBezTo>
                    <a:pt x="2" y="83"/>
                    <a:pt x="3" y="84"/>
                    <a:pt x="4" y="85"/>
                  </a:cubicBezTo>
                  <a:close/>
                  <a:moveTo>
                    <a:pt x="53" y="9"/>
                  </a:moveTo>
                  <a:cubicBezTo>
                    <a:pt x="55" y="6"/>
                    <a:pt x="59" y="4"/>
                    <a:pt x="63" y="4"/>
                  </a:cubicBezTo>
                  <a:cubicBezTo>
                    <a:pt x="66" y="4"/>
                    <a:pt x="69" y="5"/>
                    <a:pt x="71" y="7"/>
                  </a:cubicBezTo>
                  <a:cubicBezTo>
                    <a:pt x="92" y="22"/>
                    <a:pt x="92" y="22"/>
                    <a:pt x="92" y="22"/>
                  </a:cubicBezTo>
                  <a:cubicBezTo>
                    <a:pt x="96" y="25"/>
                    <a:pt x="98" y="28"/>
                    <a:pt x="98" y="31"/>
                  </a:cubicBezTo>
                  <a:cubicBezTo>
                    <a:pt x="98" y="33"/>
                    <a:pt x="97" y="35"/>
                    <a:pt x="97" y="36"/>
                  </a:cubicBezTo>
                  <a:cubicBezTo>
                    <a:pt x="97" y="36"/>
                    <a:pt x="97" y="36"/>
                    <a:pt x="97" y="36"/>
                  </a:cubicBezTo>
                  <a:cubicBezTo>
                    <a:pt x="97" y="36"/>
                    <a:pt x="97" y="36"/>
                    <a:pt x="97" y="36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5" y="40"/>
                    <a:pt x="95" y="39"/>
                    <a:pt x="95" y="38"/>
                  </a:cubicBezTo>
                  <a:cubicBezTo>
                    <a:pt x="95" y="38"/>
                    <a:pt x="95" y="39"/>
                    <a:pt x="95" y="39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35" y="33"/>
                    <a:pt x="35" y="33"/>
                    <a:pt x="35" y="33"/>
                  </a:cubicBezTo>
                  <a:lnTo>
                    <a:pt x="53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74" name="Freeform 99">
              <a:extLst>
                <a:ext uri="{FF2B5EF4-FFF2-40B4-BE49-F238E27FC236}">
                  <a16:creationId xmlns:a16="http://schemas.microsoft.com/office/drawing/2014/main" id="{D43D68C3-3196-4D98-B812-1ADF514EC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8665" y="1967773"/>
              <a:ext cx="264528" cy="278972"/>
            </a:xfrm>
            <a:custGeom>
              <a:avLst/>
              <a:gdLst/>
              <a:ahLst/>
              <a:cxnLst>
                <a:cxn ang="0">
                  <a:pos x="141" y="61"/>
                </a:cxn>
                <a:cxn ang="0">
                  <a:pos x="123" y="61"/>
                </a:cxn>
                <a:cxn ang="0">
                  <a:pos x="124" y="79"/>
                </a:cxn>
                <a:cxn ang="0">
                  <a:pos x="129" y="82"/>
                </a:cxn>
                <a:cxn ang="0">
                  <a:pos x="72" y="117"/>
                </a:cxn>
                <a:cxn ang="0">
                  <a:pos x="72" y="114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0" y="58"/>
                </a:cxn>
                <a:cxn ang="0">
                  <a:pos x="48" y="114"/>
                </a:cxn>
                <a:cxn ang="0">
                  <a:pos x="48" y="125"/>
                </a:cxn>
                <a:cxn ang="0">
                  <a:pos x="29" y="125"/>
                </a:cxn>
                <a:cxn ang="0">
                  <a:pos x="29" y="133"/>
                </a:cxn>
                <a:cxn ang="0">
                  <a:pos x="12" y="133"/>
                </a:cxn>
                <a:cxn ang="0">
                  <a:pos x="12" y="153"/>
                </a:cxn>
                <a:cxn ang="0">
                  <a:pos x="102" y="153"/>
                </a:cxn>
                <a:cxn ang="0">
                  <a:pos x="102" y="133"/>
                </a:cxn>
                <a:cxn ang="0">
                  <a:pos x="90" y="133"/>
                </a:cxn>
                <a:cxn ang="0">
                  <a:pos x="90" y="125"/>
                </a:cxn>
                <a:cxn ang="0">
                  <a:pos x="72" y="125"/>
                </a:cxn>
                <a:cxn ang="0">
                  <a:pos x="72" y="124"/>
                </a:cxn>
                <a:cxn ang="0">
                  <a:pos x="135" y="82"/>
                </a:cxn>
                <a:cxn ang="0">
                  <a:pos x="142" y="79"/>
                </a:cxn>
                <a:cxn ang="0">
                  <a:pos x="141" y="61"/>
                </a:cxn>
                <a:cxn ang="0">
                  <a:pos x="43" y="58"/>
                </a:cxn>
                <a:cxn ang="0">
                  <a:pos x="59" y="42"/>
                </a:cxn>
                <a:cxn ang="0">
                  <a:pos x="75" y="58"/>
                </a:cxn>
                <a:cxn ang="0">
                  <a:pos x="59" y="74"/>
                </a:cxn>
                <a:cxn ang="0">
                  <a:pos x="43" y="58"/>
                </a:cxn>
              </a:cxnLst>
              <a:rect l="0" t="0" r="r" b="b"/>
              <a:pathLst>
                <a:path w="146" h="153">
                  <a:moveTo>
                    <a:pt x="141" y="61"/>
                  </a:moveTo>
                  <a:cubicBezTo>
                    <a:pt x="136" y="56"/>
                    <a:pt x="128" y="56"/>
                    <a:pt x="123" y="61"/>
                  </a:cubicBezTo>
                  <a:cubicBezTo>
                    <a:pt x="119" y="66"/>
                    <a:pt x="119" y="74"/>
                    <a:pt x="124" y="79"/>
                  </a:cubicBezTo>
                  <a:cubicBezTo>
                    <a:pt x="125" y="80"/>
                    <a:pt x="127" y="81"/>
                    <a:pt x="129" y="82"/>
                  </a:cubicBezTo>
                  <a:cubicBezTo>
                    <a:pt x="126" y="94"/>
                    <a:pt x="114" y="111"/>
                    <a:pt x="72" y="117"/>
                  </a:cubicBezTo>
                  <a:cubicBezTo>
                    <a:pt x="72" y="114"/>
                    <a:pt x="72" y="114"/>
                    <a:pt x="72" y="114"/>
                  </a:cubicBezTo>
                  <a:cubicBezTo>
                    <a:pt x="98" y="107"/>
                    <a:pt x="116" y="85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ubicBezTo>
                    <a:pt x="26" y="0"/>
                    <a:pt x="0" y="26"/>
                    <a:pt x="0" y="58"/>
                  </a:cubicBezTo>
                  <a:cubicBezTo>
                    <a:pt x="0" y="86"/>
                    <a:pt x="21" y="110"/>
                    <a:pt x="48" y="114"/>
                  </a:cubicBezTo>
                  <a:cubicBezTo>
                    <a:pt x="48" y="125"/>
                    <a:pt x="48" y="125"/>
                    <a:pt x="48" y="125"/>
                  </a:cubicBezTo>
                  <a:cubicBezTo>
                    <a:pt x="29" y="125"/>
                    <a:pt x="29" y="125"/>
                    <a:pt x="29" y="125"/>
                  </a:cubicBezTo>
                  <a:cubicBezTo>
                    <a:pt x="29" y="133"/>
                    <a:pt x="29" y="133"/>
                    <a:pt x="29" y="133"/>
                  </a:cubicBezTo>
                  <a:cubicBezTo>
                    <a:pt x="12" y="133"/>
                    <a:pt x="12" y="133"/>
                    <a:pt x="12" y="133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102" y="153"/>
                    <a:pt x="102" y="153"/>
                    <a:pt x="102" y="153"/>
                  </a:cubicBezTo>
                  <a:cubicBezTo>
                    <a:pt x="102" y="133"/>
                    <a:pt x="102" y="133"/>
                    <a:pt x="102" y="133"/>
                  </a:cubicBezTo>
                  <a:cubicBezTo>
                    <a:pt x="90" y="133"/>
                    <a:pt x="90" y="133"/>
                    <a:pt x="90" y="133"/>
                  </a:cubicBezTo>
                  <a:cubicBezTo>
                    <a:pt x="90" y="125"/>
                    <a:pt x="90" y="125"/>
                    <a:pt x="90" y="125"/>
                  </a:cubicBezTo>
                  <a:cubicBezTo>
                    <a:pt x="72" y="125"/>
                    <a:pt x="72" y="125"/>
                    <a:pt x="72" y="125"/>
                  </a:cubicBezTo>
                  <a:cubicBezTo>
                    <a:pt x="72" y="124"/>
                    <a:pt x="72" y="124"/>
                    <a:pt x="72" y="124"/>
                  </a:cubicBezTo>
                  <a:cubicBezTo>
                    <a:pt x="120" y="117"/>
                    <a:pt x="132" y="96"/>
                    <a:pt x="135" y="82"/>
                  </a:cubicBezTo>
                  <a:cubicBezTo>
                    <a:pt x="137" y="82"/>
                    <a:pt x="140" y="81"/>
                    <a:pt x="142" y="79"/>
                  </a:cubicBezTo>
                  <a:cubicBezTo>
                    <a:pt x="146" y="74"/>
                    <a:pt x="146" y="66"/>
                    <a:pt x="141" y="61"/>
                  </a:cubicBezTo>
                  <a:close/>
                  <a:moveTo>
                    <a:pt x="43" y="58"/>
                  </a:moveTo>
                  <a:cubicBezTo>
                    <a:pt x="43" y="49"/>
                    <a:pt x="51" y="42"/>
                    <a:pt x="59" y="42"/>
                  </a:cubicBezTo>
                  <a:cubicBezTo>
                    <a:pt x="68" y="42"/>
                    <a:pt x="75" y="49"/>
                    <a:pt x="75" y="58"/>
                  </a:cubicBezTo>
                  <a:cubicBezTo>
                    <a:pt x="75" y="66"/>
                    <a:pt x="68" y="74"/>
                    <a:pt x="59" y="74"/>
                  </a:cubicBezTo>
                  <a:cubicBezTo>
                    <a:pt x="51" y="74"/>
                    <a:pt x="43" y="66"/>
                    <a:pt x="43" y="58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  <p:sp>
          <p:nvSpPr>
            <p:cNvPr id="75" name="Freeform 72">
              <a:extLst>
                <a:ext uri="{FF2B5EF4-FFF2-40B4-BE49-F238E27FC236}">
                  <a16:creationId xmlns:a16="http://schemas.microsoft.com/office/drawing/2014/main" id="{B90BE294-10C8-402A-A9B2-BFA87EF8C7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77709" y="4632525"/>
              <a:ext cx="264528" cy="289081"/>
            </a:xfrm>
            <a:custGeom>
              <a:avLst/>
              <a:gdLst/>
              <a:ahLst/>
              <a:cxnLst>
                <a:cxn ang="0">
                  <a:pos x="109" y="98"/>
                </a:cxn>
                <a:cxn ang="0">
                  <a:pos x="115" y="93"/>
                </a:cxn>
                <a:cxn ang="0">
                  <a:pos x="107" y="84"/>
                </a:cxn>
                <a:cxn ang="0">
                  <a:pos x="114" y="57"/>
                </a:cxn>
                <a:cxn ang="0">
                  <a:pos x="57" y="0"/>
                </a:cxn>
                <a:cxn ang="0">
                  <a:pos x="0" y="57"/>
                </a:cxn>
                <a:cxn ang="0">
                  <a:pos x="57" y="113"/>
                </a:cxn>
                <a:cxn ang="0">
                  <a:pos x="76" y="110"/>
                </a:cxn>
                <a:cxn ang="0">
                  <a:pos x="84" y="119"/>
                </a:cxn>
                <a:cxn ang="0">
                  <a:pos x="91" y="113"/>
                </a:cxn>
                <a:cxn ang="0">
                  <a:pos x="129" y="158"/>
                </a:cxn>
                <a:cxn ang="0">
                  <a:pos x="147" y="143"/>
                </a:cxn>
                <a:cxn ang="0">
                  <a:pos x="109" y="98"/>
                </a:cxn>
                <a:cxn ang="0">
                  <a:pos x="24" y="57"/>
                </a:cxn>
                <a:cxn ang="0">
                  <a:pos x="57" y="24"/>
                </a:cxn>
                <a:cxn ang="0">
                  <a:pos x="90" y="57"/>
                </a:cxn>
                <a:cxn ang="0">
                  <a:pos x="57" y="90"/>
                </a:cxn>
                <a:cxn ang="0">
                  <a:pos x="24" y="57"/>
                </a:cxn>
              </a:cxnLst>
              <a:rect l="0" t="0" r="r" b="b"/>
              <a:pathLst>
                <a:path w="147" h="158">
                  <a:moveTo>
                    <a:pt x="109" y="98"/>
                  </a:moveTo>
                  <a:cubicBezTo>
                    <a:pt x="115" y="93"/>
                    <a:pt x="115" y="93"/>
                    <a:pt x="115" y="93"/>
                  </a:cubicBezTo>
                  <a:cubicBezTo>
                    <a:pt x="107" y="84"/>
                    <a:pt x="107" y="84"/>
                    <a:pt x="107" y="84"/>
                  </a:cubicBezTo>
                  <a:cubicBezTo>
                    <a:pt x="111" y="76"/>
                    <a:pt x="114" y="67"/>
                    <a:pt x="114" y="57"/>
                  </a:cubicBezTo>
                  <a:cubicBezTo>
                    <a:pt x="114" y="26"/>
                    <a:pt x="88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64" y="113"/>
                    <a:pt x="70" y="112"/>
                    <a:pt x="76" y="110"/>
                  </a:cubicBezTo>
                  <a:cubicBezTo>
                    <a:pt x="84" y="119"/>
                    <a:pt x="84" y="119"/>
                    <a:pt x="84" y="119"/>
                  </a:cubicBezTo>
                  <a:cubicBezTo>
                    <a:pt x="91" y="113"/>
                    <a:pt x="91" y="113"/>
                    <a:pt x="91" y="113"/>
                  </a:cubicBezTo>
                  <a:cubicBezTo>
                    <a:pt x="129" y="158"/>
                    <a:pt x="129" y="158"/>
                    <a:pt x="129" y="158"/>
                  </a:cubicBezTo>
                  <a:cubicBezTo>
                    <a:pt x="147" y="143"/>
                    <a:pt x="147" y="143"/>
                    <a:pt x="147" y="143"/>
                  </a:cubicBezTo>
                  <a:lnTo>
                    <a:pt x="109" y="98"/>
                  </a:lnTo>
                  <a:close/>
                  <a:moveTo>
                    <a:pt x="24" y="57"/>
                  </a:moveTo>
                  <a:cubicBezTo>
                    <a:pt x="24" y="39"/>
                    <a:pt x="39" y="24"/>
                    <a:pt x="57" y="24"/>
                  </a:cubicBezTo>
                  <a:cubicBezTo>
                    <a:pt x="75" y="24"/>
                    <a:pt x="90" y="39"/>
                    <a:pt x="90" y="57"/>
                  </a:cubicBezTo>
                  <a:cubicBezTo>
                    <a:pt x="90" y="75"/>
                    <a:pt x="75" y="90"/>
                    <a:pt x="57" y="90"/>
                  </a:cubicBezTo>
                  <a:cubicBezTo>
                    <a:pt x="39" y="90"/>
                    <a:pt x="24" y="75"/>
                    <a:pt x="24" y="5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latin typeface="阿里巴巴普惠体" panose="00020600040101010101" pitchFamily="18" charset="-122"/>
                <a:ea typeface="阿里巴巴普惠体" panose="00020600040101010101" pitchFamily="18" charset="-122"/>
              </a:endParaRPr>
            </a:p>
          </p:txBody>
        </p:sp>
      </p:grpSp>
      <p:sp>
        <p:nvSpPr>
          <p:cNvPr id="90" name="TextBox 41">
            <a:extLst>
              <a:ext uri="{FF2B5EF4-FFF2-40B4-BE49-F238E27FC236}">
                <a16:creationId xmlns:a16="http://schemas.microsoft.com/office/drawing/2014/main" id="{7A51CB04-1934-48E8-BA86-7551507A77B5}"/>
              </a:ext>
            </a:extLst>
          </p:cNvPr>
          <p:cNvSpPr txBox="1"/>
          <p:nvPr/>
        </p:nvSpPr>
        <p:spPr>
          <a:xfrm>
            <a:off x="9264917" y="1865473"/>
            <a:ext cx="1371819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1375467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单击输入标题</a:t>
            </a:r>
          </a:p>
        </p:txBody>
      </p:sp>
      <p:sp>
        <p:nvSpPr>
          <p:cNvPr id="91" name="TextBox 88">
            <a:extLst>
              <a:ext uri="{FF2B5EF4-FFF2-40B4-BE49-F238E27FC236}">
                <a16:creationId xmlns:a16="http://schemas.microsoft.com/office/drawing/2014/main" id="{F0733BD7-A212-4CCF-8FF2-CD1C0C42EB8A}"/>
              </a:ext>
            </a:extLst>
          </p:cNvPr>
          <p:cNvSpPr txBox="1"/>
          <p:nvPr/>
        </p:nvSpPr>
        <p:spPr>
          <a:xfrm>
            <a:off x="9264917" y="2186569"/>
            <a:ext cx="192247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375467"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点此输入内容或者复制您的内容在这里，通过复制您的文本后在此框点此输入内容或者复制您的内容在</a:t>
            </a:r>
          </a:p>
        </p:txBody>
      </p:sp>
      <p:sp>
        <p:nvSpPr>
          <p:cNvPr id="92" name="TextBox 41">
            <a:extLst>
              <a:ext uri="{FF2B5EF4-FFF2-40B4-BE49-F238E27FC236}">
                <a16:creationId xmlns:a16="http://schemas.microsoft.com/office/drawing/2014/main" id="{CA0184E7-6D30-4741-BC06-A521C38BE3D2}"/>
              </a:ext>
            </a:extLst>
          </p:cNvPr>
          <p:cNvSpPr txBox="1"/>
          <p:nvPr/>
        </p:nvSpPr>
        <p:spPr>
          <a:xfrm>
            <a:off x="9264917" y="4375300"/>
            <a:ext cx="1371819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1375467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单击输入标题</a:t>
            </a:r>
          </a:p>
        </p:txBody>
      </p:sp>
      <p:sp>
        <p:nvSpPr>
          <p:cNvPr id="93" name="TextBox 88">
            <a:extLst>
              <a:ext uri="{FF2B5EF4-FFF2-40B4-BE49-F238E27FC236}">
                <a16:creationId xmlns:a16="http://schemas.microsoft.com/office/drawing/2014/main" id="{F7F6D34E-FAF9-4D56-BE2F-E91913D7A807}"/>
              </a:ext>
            </a:extLst>
          </p:cNvPr>
          <p:cNvSpPr txBox="1"/>
          <p:nvPr/>
        </p:nvSpPr>
        <p:spPr>
          <a:xfrm>
            <a:off x="9264917" y="4696396"/>
            <a:ext cx="192247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375467"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点此输入内容或者复制您的内容在这里，通过复制您的文本后在此框点此输入内容或者复制您的内容在</a:t>
            </a:r>
          </a:p>
        </p:txBody>
      </p:sp>
      <p:sp>
        <p:nvSpPr>
          <p:cNvPr id="94" name="TextBox 41">
            <a:extLst>
              <a:ext uri="{FF2B5EF4-FFF2-40B4-BE49-F238E27FC236}">
                <a16:creationId xmlns:a16="http://schemas.microsoft.com/office/drawing/2014/main" id="{2200133B-E408-4C3A-8B0D-19EA096C0013}"/>
              </a:ext>
            </a:extLst>
          </p:cNvPr>
          <p:cNvSpPr txBox="1"/>
          <p:nvPr/>
        </p:nvSpPr>
        <p:spPr>
          <a:xfrm>
            <a:off x="1628032" y="1865473"/>
            <a:ext cx="1371819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defTabSz="1375467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单击输入标题</a:t>
            </a:r>
          </a:p>
        </p:txBody>
      </p:sp>
      <p:sp>
        <p:nvSpPr>
          <p:cNvPr id="95" name="TextBox 88">
            <a:extLst>
              <a:ext uri="{FF2B5EF4-FFF2-40B4-BE49-F238E27FC236}">
                <a16:creationId xmlns:a16="http://schemas.microsoft.com/office/drawing/2014/main" id="{FFE2C66C-F3F8-4802-A21A-2588DAB3B3A9}"/>
              </a:ext>
            </a:extLst>
          </p:cNvPr>
          <p:cNvSpPr txBox="1"/>
          <p:nvPr/>
        </p:nvSpPr>
        <p:spPr>
          <a:xfrm>
            <a:off x="1083496" y="2186569"/>
            <a:ext cx="191635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75467"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点此输入内容或者复制您的内容在这里，通过复制您的文本后在此框点此输入内容或者复制您的内容在</a:t>
            </a:r>
          </a:p>
        </p:txBody>
      </p:sp>
      <p:sp>
        <p:nvSpPr>
          <p:cNvPr id="96" name="TextBox 41">
            <a:extLst>
              <a:ext uri="{FF2B5EF4-FFF2-40B4-BE49-F238E27FC236}">
                <a16:creationId xmlns:a16="http://schemas.microsoft.com/office/drawing/2014/main" id="{BCBE0A2F-AFC8-49A8-8AA4-E7C8067FA29F}"/>
              </a:ext>
            </a:extLst>
          </p:cNvPr>
          <p:cNvSpPr txBox="1"/>
          <p:nvPr/>
        </p:nvSpPr>
        <p:spPr>
          <a:xfrm>
            <a:off x="1628032" y="4401631"/>
            <a:ext cx="1371819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defTabSz="1375467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单击输入标题</a:t>
            </a:r>
          </a:p>
        </p:txBody>
      </p:sp>
      <p:sp>
        <p:nvSpPr>
          <p:cNvPr id="97" name="TextBox 88">
            <a:extLst>
              <a:ext uri="{FF2B5EF4-FFF2-40B4-BE49-F238E27FC236}">
                <a16:creationId xmlns:a16="http://schemas.microsoft.com/office/drawing/2014/main" id="{770D59FF-888C-4680-831A-5C1180119672}"/>
              </a:ext>
            </a:extLst>
          </p:cNvPr>
          <p:cNvSpPr txBox="1"/>
          <p:nvPr/>
        </p:nvSpPr>
        <p:spPr>
          <a:xfrm>
            <a:off x="1083496" y="4722727"/>
            <a:ext cx="191635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375467"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点此输入内容或者复制您的内容在这里，通过复制您的文本后在此框点此输入内容或者复制您的内容在</a:t>
            </a:r>
          </a:p>
        </p:txBody>
      </p:sp>
    </p:spTree>
    <p:extLst>
      <p:ext uri="{BB962C8B-B14F-4D97-AF65-F5344CB8AC3E}">
        <p14:creationId xmlns:p14="http://schemas.microsoft.com/office/powerpoint/2010/main" val="271119583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085D5DF-388D-CE2B-05C7-5809D079F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5" hidden="1">
            <a:extLst>
              <a:ext uri="{FF2B5EF4-FFF2-40B4-BE49-F238E27FC236}">
                <a16:creationId xmlns:a16="http://schemas.microsoft.com/office/drawing/2014/main" id="{5D0C3B70-366E-A18D-5062-C70217764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7DF963-B5DB-8260-A2F3-20F68A457E3D}"/>
              </a:ext>
            </a:extLst>
          </p:cNvPr>
          <p:cNvSpPr txBox="1"/>
          <p:nvPr/>
        </p:nvSpPr>
        <p:spPr>
          <a:xfrm>
            <a:off x="721859" y="2367983"/>
            <a:ext cx="67249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spc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谢谢聆听！</a:t>
            </a:r>
            <a:endParaRPr lang="zh-CN" altLang="en-US" sz="9600" spc="600" dirty="0">
              <a:solidFill>
                <a:schemeClr val="tx1">
                  <a:lumMod val="75000"/>
                  <a:lumOff val="25000"/>
                </a:schemeClr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FBC99D-EC69-4A98-6515-E47CEA0503FE}"/>
              </a:ext>
            </a:extLst>
          </p:cNvPr>
          <p:cNvSpPr txBox="1"/>
          <p:nvPr/>
        </p:nvSpPr>
        <p:spPr>
          <a:xfrm>
            <a:off x="749995" y="1901568"/>
            <a:ext cx="2882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pc="6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BUSINESS PLAN</a:t>
            </a:r>
            <a:endParaRPr lang="zh-CN" altLang="en-US" spc="600" dirty="0">
              <a:solidFill>
                <a:schemeClr val="bg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15CE95C-EC28-EAE8-27A0-3611991C0D23}"/>
              </a:ext>
            </a:extLst>
          </p:cNvPr>
          <p:cNvGrpSpPr/>
          <p:nvPr/>
        </p:nvGrpSpPr>
        <p:grpSpPr>
          <a:xfrm>
            <a:off x="834402" y="4771645"/>
            <a:ext cx="1710267" cy="352925"/>
            <a:chOff x="5240867" y="4839059"/>
            <a:chExt cx="1710266" cy="352925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F871570-D0D6-5563-4111-2FAB1BE10A8F}"/>
                </a:ext>
              </a:extLst>
            </p:cNvPr>
            <p:cNvSpPr/>
            <p:nvPr/>
          </p:nvSpPr>
          <p:spPr>
            <a:xfrm>
              <a:off x="5240867" y="4839059"/>
              <a:ext cx="1710266" cy="35292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9151F21-6A44-F00A-29C8-37C006645C56}"/>
                </a:ext>
              </a:extLst>
            </p:cNvPr>
            <p:cNvSpPr txBox="1"/>
            <p:nvPr/>
          </p:nvSpPr>
          <p:spPr>
            <a:xfrm>
              <a:off x="5585284" y="4846244"/>
              <a:ext cx="10214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spc="600" dirty="0">
                  <a:solidFill>
                    <a:schemeClr val="bg1">
                      <a:lumMod val="50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演讲人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7A1FF0EC-9853-45C9-4463-53CE6A91FCBB}"/>
              </a:ext>
            </a:extLst>
          </p:cNvPr>
          <p:cNvSpPr txBox="1"/>
          <p:nvPr/>
        </p:nvSpPr>
        <p:spPr>
          <a:xfrm>
            <a:off x="764063" y="3846263"/>
            <a:ext cx="527653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Lorem ipsum dolor sit amet, consectetuer adipiscing elit. Maecenas porttitor congue massa. Fusce posuere, magna sed pulvinar </a:t>
            </a:r>
            <a:r>
              <a:rPr lang="en-US" altLang="zh-CN" sz="1000" dirty="0" err="1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ultricies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61201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9689b7ac-1447-4a07-a281-6be1bf47c5ea&quot;,&quot;Name&quot;:&quot;觅知网要求&quot;,&quot;Kind&quot;:&quot;Custo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gmly25e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736</Words>
  <Application>Microsoft Office PowerPoint</Application>
  <PresentationFormat>宽屏</PresentationFormat>
  <Paragraphs>90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Open Sans</vt:lpstr>
      <vt:lpstr>Open Sans Semibold</vt:lpstr>
      <vt:lpstr>阿里巴巴普惠体</vt:lpstr>
      <vt:lpstr>思源宋体 CN Heavy</vt:lpstr>
      <vt:lpstr>宋体</vt:lpstr>
      <vt:lpstr>微软雅黑</vt:lpstr>
      <vt:lpstr>Arial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P16</cp:lastModifiedBy>
  <cp:revision>68</cp:revision>
  <dcterms:created xsi:type="dcterms:W3CDTF">2022-09-06T03:53:14Z</dcterms:created>
  <dcterms:modified xsi:type="dcterms:W3CDTF">2026-04-22T03:08:57Z</dcterms:modified>
</cp:coreProperties>
</file>